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f0534679a9482d" /><Relationship Type="http://schemas.openxmlformats.org/officeDocument/2006/relationships/extended-properties" Target="/docProps/app.xml" Id="R151f4188dd96436b" /><Relationship Type="http://schemas.openxmlformats.org/officeDocument/2006/relationships/officeDocument" Target="/ppt/presentation.xml" Id="Rb45018e491d14a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5c06d287824b38"/>
    <p:sldMasterId xmlns:r="http://schemas.openxmlformats.org/officeDocument/2006/relationships" id="2147483729" r:id="R77e10eb86aa146e9"/>
    <p:sldMasterId xmlns:r="http://schemas.openxmlformats.org/officeDocument/2006/relationships" id="2147483745" r:id="R39121ccc86c745d9"/>
  </p:sldMasterIdLst>
  <p:notesMasterIdLst>
    <p:notesMasterId xmlns:r="http://schemas.openxmlformats.org/officeDocument/2006/relationships" r:id="R1a6d778f58dc4f6c"/>
  </p:notesMasterIdLst>
  <p:sldIdLst>
    <p:sldId xmlns:r="http://schemas.openxmlformats.org/officeDocument/2006/relationships" id="256" r:id="Rd9f3e930c8894aa1"/>
    <p:sldId xmlns:r="http://schemas.openxmlformats.org/officeDocument/2006/relationships" id="257" r:id="Ra1ed1a54f17f4628"/>
    <p:sldId xmlns:r="http://schemas.openxmlformats.org/officeDocument/2006/relationships" id="258" r:id="Rfaf37ff3529445f6"/>
    <p:sldId xmlns:r="http://schemas.openxmlformats.org/officeDocument/2006/relationships" id="259" r:id="R318fdedff06c479c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35CB3422-E3DD-07F8-53AC-B836014FA42F}" name="Josh McCarver" initials="JM" userId="S::josh.mccarver@uipath.com::5b2ee042-ce11-488a-8af6-6e5b943c1121" providerId="AD"/>
  <p188:author id="{B91C2D4F-2D3E-3427-7E1F-81B19609A006}" name="Christopher Radich" userId="S::christopher.radich@uipath.com::21502483-eeda-4d55-8a0a-5d0b31edbe13" providerId="AD"/>
  <p188:author id="{9E75EC8E-EE63-C6E2-67D7-AAA48D1D7336}" name="Ryan Sikand" initials="RS" userId="S::ryan.sikand@uipath.com::dd4b5c8e-e20e-4254-a8cb-53e000a56203" providerId="AD"/>
  <p188:author id="{5979819D-EB7A-6CD0-E9EA-C709FCCED10D}" name="Michael A. Agarenzo" initials="MA" userId="S::michael.agarenzo@uipath.com::8c5c061d-467c-4a38-9af5-f1f7fb6ef372" providerId="AD"/>
  <p188:author id="{05C4A0BF-B167-0247-4EE3-DF23C600E20F}" name="Alice Salemo" userId="S::alice.pandolfi@uipath.com::44b63126-87e8-4ee5-b1c2-b6aef217c121" providerId="AD"/>
  <p188:author id="{3DBAA2D1-7080-7991-ACB9-BF2E19BFAA35}" name="Paul Chapman" userId="S::paul.chapman@uipath.com::03ecb96f-b060-4377-b191-4ceda166c239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fe9829075c4a88" /><Relationship Type="http://schemas.openxmlformats.org/officeDocument/2006/relationships/slideMaster" Target="/ppt/slideMasters/slideMaster1.xml" Id="R215c06d287824b38" /><Relationship Type="http://schemas.openxmlformats.org/officeDocument/2006/relationships/slideMaster" Target="/ppt/slideMasters/slideMaster2.xml" Id="R77e10eb86aa146e9" /><Relationship Type="http://schemas.openxmlformats.org/officeDocument/2006/relationships/slideMaster" Target="/ppt/slideMasters/slideMaster3.xml" Id="R39121ccc86c745d9" /><Relationship Type="http://schemas.openxmlformats.org/officeDocument/2006/relationships/notesMaster" Target="/ppt/notesMasters/notesMaster1.xml" Id="R1a6d778f58dc4f6c" /><Relationship Type="http://schemas.openxmlformats.org/officeDocument/2006/relationships/presProps" Target="/ppt/presProps.xml" Id="R1e6a4ca181014c61" /><Relationship Type="http://schemas.openxmlformats.org/officeDocument/2006/relationships/viewProps" Target="/ppt/viewProps.xml" Id="Rc2812d5a4a764592" /><Relationship Type="http://schemas.openxmlformats.org/officeDocument/2006/relationships/tableStyles" Target="/ppt/tableStyles.xml" Id="R4e87182409854e22" /><Relationship Type="http://schemas.microsoft.com/office/2018/10/relationships/authors" Target="/ppt/authors.xml" Id="Ra59d573435a547ea" /><Relationship Type="http://schemas.openxmlformats.org/officeDocument/2006/relationships/slide" Target="/ppt/slides/slide1.xml" Id="Rd9f3e930c8894aa1" /><Relationship Type="http://schemas.openxmlformats.org/officeDocument/2006/relationships/slide" Target="/ppt/slides/slide2.xml" Id="Ra1ed1a54f17f4628" /><Relationship Type="http://schemas.openxmlformats.org/officeDocument/2006/relationships/slide" Target="/ppt/slides/slide3.xml" Id="Rfaf37ff3529445f6" /><Relationship Type="http://schemas.openxmlformats.org/officeDocument/2006/relationships/slide" Target="/ppt/slides/slide4.xml" Id="R318fdedff06c47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c0ee989f27e4a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UiPath Slide Masters">
  <a:themeElements>
    <a:clrScheme name="UiPath 2025">
      <a:dk1>
        <a:srgbClr val="000000"/>
      </a:dk1>
      <a:lt1>
        <a:srgbClr val="FFFFFF"/>
      </a:lt1>
      <a:dk2>
        <a:srgbClr val="182126"/>
      </a:dk2>
      <a:lt2>
        <a:srgbClr val="D9D9D9"/>
      </a:lt2>
      <a:accent1>
        <a:srgbClr val="FA4616"/>
      </a:accent1>
      <a:accent2>
        <a:srgbClr val="1E6482"/>
      </a:accent2>
      <a:accent3>
        <a:srgbClr val="0BA2B3"/>
      </a:accent3>
      <a:accent4>
        <a:srgbClr val="DA9100"/>
      </a:accent4>
      <a:accent5>
        <a:srgbClr val="CC1956"/>
      </a:accent5>
      <a:accent6>
        <a:srgbClr val="8B288A"/>
      </a:accent6>
      <a:hlink>
        <a:srgbClr val="0F9ED5"/>
      </a:hlink>
      <a:folHlink>
        <a:srgbClr val="0BA2B3"/>
      </a:folHlink>
    </a:clrScheme>
    <a:fontScheme name="Custom 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iPath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39dfdbc8564f63" /><Relationship Type="http://schemas.openxmlformats.org/officeDocument/2006/relationships/notesMaster" Target="/ppt/notesMasters/notesMaster1.xml" Id="Rbb594755bb854d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c1e188da854044" /><Relationship Type="http://schemas.openxmlformats.org/officeDocument/2006/relationships/notesMaster" Target="/ppt/notesMasters/notesMaster1.xml" Id="R32d7f54f33124d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7225a2cdb44c40" /><Relationship Type="http://schemas.openxmlformats.org/officeDocument/2006/relationships/notesMaster" Target="/ppt/notesMasters/notesMaster1.xml" Id="R23855f55a17848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1ad543accb49f8" /><Relationship Type="http://schemas.openxmlformats.org/officeDocument/2006/relationships/notesMaster" Target="/ppt/notesMasters/notesMaster1.xml" Id="R4a20e725307543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defTabSz="966612">
              <a:buNone/>
            </a:pPr>
            <a:r>
              <a:t>Pat</a:t>
            </a:r>
          </a:p>
          <a:p xmlns:a="http://schemas.openxmlformats.org/drawingml/2006/main"/>
          <a:p xmlns:a="http://schemas.openxmlformats.org/drawingml/2006/main">
            <a:r>
              <a:t>
[Sources]
- User-provided reference deck: Master_Preso_DLA_EBC_July29_2026.pptx (visual template and title image).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Local project business rules and UiPath solution artifacts in C:/Users/ryan.sikand/DLA_Vibronyx_POC.
- User-provided reference deck: Master_Preso_DLA_EBC_July29_2026.pptx (process-map layout).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Local DLA Contract Quality Review UiPath solution: Maestro BPMN, Modern Document Understanding workflows, Contract Validation Agent, Data Fabric integration, and Excel export workflow.
- User-provided reference deck: Master_Preso_DLA_EBC_July29_2026.pptx (upgraded process-map layout).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defTabSz="966612">
              <a:buNone/>
            </a:pPr>
            <a:r>
              <a:t>Pat</a:t>
            </a:r>
          </a:p>
          <a:p xmlns:a="http://schemas.openxmlformats.org/drawingml/2006/main"/>
          <a:p xmlns:a="http://schemas.openxmlformats.org/drawingml/2006/main">
            <a:r>
              <a:t>
[Sources]
- User-provided DLA Contract Quality Review app screenshot: codex-clipboard-d784dbba-fdde-42f8-b7da-e96e087c3e52.png.
- Local DLA Contract Quality Review UiPath solution for workflow and outcome descriptions.
- User-provided reference deck: Master_Preso_DLA_EBC_July29_2026.pptx (product outcome layout).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663187ce5a41f8" /><Relationship Type="http://schemas.openxmlformats.org/officeDocument/2006/relationships/image" Target="/ppt/media/image3.png" Id="R7f9b423873684e77" /><Relationship Type="http://schemas.openxmlformats.org/officeDocument/2006/relationships/image" Target="/ppt/media/image3.svg" Id="Raf793c2029db4e5d" /><Relationship Type="http://schemas.openxmlformats.org/officeDocument/2006/relationships/image" Target="/ppt/media/image4.png" Id="R7ec8ef05e5504060" /><Relationship Type="http://schemas.openxmlformats.org/officeDocument/2006/relationships/image" Target="/ppt/media/image4.svg" Id="Rf376de9357c642c0" /><Relationship Type="http://schemas.openxmlformats.org/officeDocument/2006/relationships/image" Target="/ppt/media/image5.png" Id="Raa51fe373c774efb" /><Relationship Type="http://schemas.openxmlformats.org/officeDocument/2006/relationships/image" Target="/ppt/media/image5.svg" Id="R14541a234f644a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3fd9bb95724847" /><Relationship Type="http://schemas.openxmlformats.org/officeDocument/2006/relationships/image" Target="/ppt/media/image3.png" Id="R6daac5f284f14434" /><Relationship Type="http://schemas.openxmlformats.org/officeDocument/2006/relationships/image" Target="/ppt/media/image3.svg" Id="Rb50b51168a4247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88feef8834ede" /><Relationship Type="http://schemas.openxmlformats.org/officeDocument/2006/relationships/image" Target="/ppt/media/image3.png" Id="Rbbd9d9ff9b6049da" /><Relationship Type="http://schemas.openxmlformats.org/officeDocument/2006/relationships/image" Target="/ppt/media/image3.svg" Id="Rab0ce9b33d7846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01f62ab3a4f95" /><Relationship Type="http://schemas.openxmlformats.org/officeDocument/2006/relationships/image" Target="/ppt/media/image3.png" Id="R37bae2a674b64136" /><Relationship Type="http://schemas.openxmlformats.org/officeDocument/2006/relationships/image" Target="/ppt/media/image3.svg" Id="Rdfa2da7aab2640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339f1a04a0497f" /><Relationship Type="http://schemas.openxmlformats.org/officeDocument/2006/relationships/image" Target="/ppt/media/image3.png" Id="Rbc068c6ef4984697" /><Relationship Type="http://schemas.openxmlformats.org/officeDocument/2006/relationships/image" Target="/ppt/media/image3.svg" Id="R3cbc230e956d4e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77eeffc674780" /><Relationship Type="http://schemas.openxmlformats.org/officeDocument/2006/relationships/image" Target="/ppt/media/image6.png" Id="Rb73c3d043d3146d3" /><Relationship Type="http://schemas.openxmlformats.org/officeDocument/2006/relationships/image" Target="/ppt/media/image6.svg" Id="R1ae6103b564a46ff" /><Relationship Type="http://schemas.openxmlformats.org/officeDocument/2006/relationships/image" Target="/ppt/media/image7.png" Id="Rabd6c6d499a542e7" /><Relationship Type="http://schemas.openxmlformats.org/officeDocument/2006/relationships/image" Target="/ppt/media/image7.svg" Id="R7dffc703bc224beb" /><Relationship Type="http://schemas.openxmlformats.org/officeDocument/2006/relationships/image" Target="/ppt/media/image3.png" Id="Rd6c49462e35c42db" /><Relationship Type="http://schemas.openxmlformats.org/officeDocument/2006/relationships/image" Target="/ppt/media/image3.svg" Id="Rec92e842620c4fb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6025f6ed7471d" /><Relationship Type="http://schemas.openxmlformats.org/officeDocument/2006/relationships/image" Target="/ppt/media/image3.png" Id="Re4f7f3e3016e4bcb" /><Relationship Type="http://schemas.openxmlformats.org/officeDocument/2006/relationships/image" Target="/ppt/media/image3.svg" Id="R836b91cf72b940f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7c41e4f534c94" /><Relationship Type="http://schemas.openxmlformats.org/officeDocument/2006/relationships/image" Target="/ppt/media/image3.png" Id="Ra1f9a513fefb4e1f" /><Relationship Type="http://schemas.openxmlformats.org/officeDocument/2006/relationships/image" Target="/ppt/media/image3.svg" Id="Rd63cc7c2de8c405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6ea8c1e8d41b2" /><Relationship Type="http://schemas.openxmlformats.org/officeDocument/2006/relationships/image" Target="/ppt/media/image3.png" Id="Rce110133f7e94c9d" /><Relationship Type="http://schemas.openxmlformats.org/officeDocument/2006/relationships/image" Target="/ppt/media/image3.svg" Id="R6464d0b3bffe4d7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38684db4e4b1a" /><Relationship Type="http://schemas.openxmlformats.org/officeDocument/2006/relationships/image" Target="/ppt/media/image3.png" Id="R1c41fa756df049ea" /><Relationship Type="http://schemas.openxmlformats.org/officeDocument/2006/relationships/image" Target="/ppt/media/image3.svg" Id="R451a9d08d9454bb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91becf60740b0" /><Relationship Type="http://schemas.openxmlformats.org/officeDocument/2006/relationships/image" Target="/ppt/media/image8.png" Id="Rc1c219c3d1134afe" /><Relationship Type="http://schemas.openxmlformats.org/officeDocument/2006/relationships/image" Target="/ppt/media/image8.svg" Id="Rc82e6477867e4d78" /><Relationship Type="http://schemas.openxmlformats.org/officeDocument/2006/relationships/image" Target="/ppt/media/image9.png" Id="R2a0c183f157f48b0" /><Relationship Type="http://schemas.openxmlformats.org/officeDocument/2006/relationships/image" Target="/ppt/media/image9.svg" Id="Rec7ef274ed9845fb" /><Relationship Type="http://schemas.openxmlformats.org/officeDocument/2006/relationships/image" Target="/ppt/media/image.png" Id="R94d35278007f4c50" /><Relationship Type="http://schemas.openxmlformats.org/officeDocument/2006/relationships/image" Target="/ppt/media/image.svg" Id="R4c7e0cedbef2487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77ac9bff64eb7" /><Relationship Type="http://schemas.openxmlformats.org/officeDocument/2006/relationships/image" Target="/ppt/media/image.png" Id="R1d3ee6dad28c4c0c" /><Relationship Type="http://schemas.openxmlformats.org/officeDocument/2006/relationships/image" Target="/ppt/media/image.svg" Id="Rad44abd8b72b43a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7ce2951a74bff" /><Relationship Type="http://schemas.openxmlformats.org/officeDocument/2006/relationships/image" Target="/ppt/media/image.png" Id="R33ca53848a6749b6" /><Relationship Type="http://schemas.openxmlformats.org/officeDocument/2006/relationships/image" Target="/ppt/media/image.svg" Id="R851180715266464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143a8edac439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6b0bdb902489c" /><Relationship Type="http://schemas.openxmlformats.org/officeDocument/2006/relationships/image" Target="/ppt/media/image.png" Id="R08a14fc03a394b38" /><Relationship Type="http://schemas.openxmlformats.org/officeDocument/2006/relationships/image" Target="/ppt/media/image.svg" Id="Rdfcace7d97b2420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75085b913479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8a04c62f142a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2a63126a54092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f018e952134666" /><Relationship Type="http://schemas.openxmlformats.org/officeDocument/2006/relationships/image" Target="/ppt/media/image10.png" Id="R03412585a40d40ea" /><Relationship Type="http://schemas.openxmlformats.org/officeDocument/2006/relationships/image" Target="/ppt/media/image10.svg" Id="R172bb238f2ac4849" /><Relationship Type="http://schemas.openxmlformats.org/officeDocument/2006/relationships/image" Target="/ppt/media/image3.png" Id="R08227089c2b54aa1" /><Relationship Type="http://schemas.openxmlformats.org/officeDocument/2006/relationships/image" Target="/ppt/media/image3.svg" Id="R6ce18fdfe8c9483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aedaae02e4737" /><Relationship Type="http://schemas.openxmlformats.org/officeDocument/2006/relationships/image" Target="/ppt/media/image11.png" Id="Rfd171603a57546d5" /><Relationship Type="http://schemas.openxmlformats.org/officeDocument/2006/relationships/image" Target="/ppt/media/image11.svg" Id="R420e112f18a64037" /><Relationship Type="http://schemas.openxmlformats.org/officeDocument/2006/relationships/image" Target="/ppt/media/image3.png" Id="Rab87e08f8ac84988" /><Relationship Type="http://schemas.openxmlformats.org/officeDocument/2006/relationships/image" Target="/ppt/media/image3.svg" Id="R2f7fb076f6904a3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2345291aa48f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8b983585f461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9125512b14997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31acb6b7f4f4d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5d8e3a64a14070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5649eaea84019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cadd401814a09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ff33d5a25c4f9e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143f75119404e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b04012c9934a40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97953aa304611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6b4a85f6b4605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ba95d46c94b12" /><Relationship Type="http://schemas.openxmlformats.org/officeDocument/2006/relationships/image" Target="/ppt/media/image3.png" Id="R545db26cba124ffb" /><Relationship Type="http://schemas.openxmlformats.org/officeDocument/2006/relationships/image" Target="/ppt/media/image3.svg" Id="R32cda40940d24293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a70dfd81c4a40" /><Relationship Type="http://schemas.openxmlformats.org/officeDocument/2006/relationships/image" Target="/ppt/media/image3.png" Id="R14fdd39b4491427e" /><Relationship Type="http://schemas.openxmlformats.org/officeDocument/2006/relationships/image" Target="/ppt/media/image3.svg" Id="Raa17b4e9000449a5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51fa227a3422f" /><Relationship Type="http://schemas.openxmlformats.org/officeDocument/2006/relationships/image" Target="/ppt/media/image12.png" Id="Ra2fef5ebfad4433e" /><Relationship Type="http://schemas.openxmlformats.org/officeDocument/2006/relationships/image" Target="/ppt/media/image12.svg" Id="R248e2eeab5bf4830" /><Relationship Type="http://schemas.openxmlformats.org/officeDocument/2006/relationships/image" Target="/ppt/media/image3.png" Id="R7bf2326637eb4f36" /><Relationship Type="http://schemas.openxmlformats.org/officeDocument/2006/relationships/image" Target="/ppt/media/image3.svg" Id="R7be6b9fd406442d2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217dc545e40db" /><Relationship Type="http://schemas.openxmlformats.org/officeDocument/2006/relationships/image" Target="/ppt/media/image13.png" Id="R919038a4c5ef490b" /><Relationship Type="http://schemas.openxmlformats.org/officeDocument/2006/relationships/image" Target="/ppt/media/image13.svg" Id="Rab3700da69ac4ee3" /><Relationship Type="http://schemas.openxmlformats.org/officeDocument/2006/relationships/image" Target="/ppt/media/image3.png" Id="Rf9d7482405f04f35" /><Relationship Type="http://schemas.openxmlformats.org/officeDocument/2006/relationships/image" Target="/ppt/media/image3.svg" Id="Rfaf6662062d948d5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0af7d3d3f44cf" /><Relationship Type="http://schemas.openxmlformats.org/officeDocument/2006/relationships/image" Target="/ppt/media/image14.png" Id="R9318e5eabf6a4f4e" /><Relationship Type="http://schemas.openxmlformats.org/officeDocument/2006/relationships/image" Target="/ppt/media/image14.svg" Id="R225ccc491fc34c20" /><Relationship Type="http://schemas.openxmlformats.org/officeDocument/2006/relationships/image" Target="/ppt/media/image3.png" Id="Rd2dcb5f87aba452c" /><Relationship Type="http://schemas.openxmlformats.org/officeDocument/2006/relationships/image" Target="/ppt/media/image3.svg" Id="R7f1f926d5b8c4b64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993dcef0754412" /><Relationship Type="http://schemas.openxmlformats.org/officeDocument/2006/relationships/image" Target="/ppt/media/image15.png" Id="R10864e927cff4af6" /><Relationship Type="http://schemas.openxmlformats.org/officeDocument/2006/relationships/image" Target="/ppt/media/image15.svg" Id="Rd8c5691a6e024ccd" /><Relationship Type="http://schemas.openxmlformats.org/officeDocument/2006/relationships/image" Target="/ppt/media/image.png" Id="R19af784347f64896" /><Relationship Type="http://schemas.openxmlformats.org/officeDocument/2006/relationships/image" Target="/ppt/media/image.svg" Id="R1c26d379bffa4277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b5d6df0d5422e" /><Relationship Type="http://schemas.openxmlformats.org/officeDocument/2006/relationships/image" Target="/ppt/media/image16.png" Id="R73e6cb0a212a4446" /><Relationship Type="http://schemas.openxmlformats.org/officeDocument/2006/relationships/image" Target="/ppt/media/image16.svg" Id="Re867a0bfdeba4851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ba0a19cb8462d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53e825f6b64e48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0037bb993e431e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10bc7dfb94ab2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7a0d37a0d48ef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687dacd274a1d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13d6e53fe41c2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0d75953ea4119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ac9998b494507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162bc380c49cd" /><Relationship Type="http://schemas.openxmlformats.org/officeDocument/2006/relationships/image" Target="/ppt/media/image17.png" Id="Re12a392100544ed1" /><Relationship Type="http://schemas.openxmlformats.org/officeDocument/2006/relationships/image" Target="/ppt/media/image17.svg" Id="Rd17b3d4aebe44f3b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d4ba1db6c4d71" /><Relationship Type="http://schemas.openxmlformats.org/officeDocument/2006/relationships/image" Target="/ppt/media/image18.png" Id="Rbd1986b17029431c" /><Relationship Type="http://schemas.openxmlformats.org/officeDocument/2006/relationships/image" Target="/ppt/media/image18.svg" Id="Rf610f068f2f84df6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fd32fca8746fc" /><Relationship Type="http://schemas.openxmlformats.org/officeDocument/2006/relationships/image" Target="/ppt/media/image19.png" Id="Rc140e9c1b9664aba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b900492544a77" /><Relationship Type="http://schemas.openxmlformats.org/officeDocument/2006/relationships/image" Target="/ppt/media/image19.png" Id="R1ac6718bb05f4430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e6d9795c34295" /><Relationship Type="http://schemas.openxmlformats.org/officeDocument/2006/relationships/image" Target="/ppt/media/image19.png" Id="Re7a0bc25c0a64970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ecaabf3b145e2" /><Relationship Type="http://schemas.openxmlformats.org/officeDocument/2006/relationships/image" Target="/ppt/media/image19.svg" Id="R495d2dd99539490b" /><Relationship Type="http://schemas.openxmlformats.org/officeDocument/2006/relationships/image" Target="/ppt/media/image19.png" Id="R52e9e971ae5f42d8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15e6b0bbc4c34" /><Relationship Type="http://schemas.openxmlformats.org/officeDocument/2006/relationships/image" Target="/ppt/media/image19.png" Id="R87ea0bb8f04c4de4" /><Relationship Type="http://schemas.openxmlformats.org/officeDocument/2006/relationships/image" Target="/ppt/media/image19.svg" Id="R31dc9267f8364e45" /><Relationship Type="http://schemas.openxmlformats.org/officeDocument/2006/relationships/image" Target="/ppt/media/image20.png" Id="Rdac0a90f6b5b418a" /><Relationship Type="http://schemas.openxmlformats.org/officeDocument/2006/relationships/image" Target="/ppt/media/image20.svg" Id="R780a4dec2aeb4698" /><Relationship Type="http://schemas.openxmlformats.org/officeDocument/2006/relationships/image" Target="/ppt/media/image21.png" Id="R9343e55e737f4e74" /><Relationship Type="http://schemas.openxmlformats.org/officeDocument/2006/relationships/image" Target="/ppt/media/image21.svg" Id="R6f004d527b7d4175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697882a334f17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c0c3951584280" /><Relationship Type="http://schemas.openxmlformats.org/officeDocument/2006/relationships/image" Target="/ppt/media/image3.png" Id="R67ada043bb4847f6" /><Relationship Type="http://schemas.openxmlformats.org/officeDocument/2006/relationships/image" Target="/ppt/media/image3.svg" Id="R1c553705240e41cb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30fe79219b4214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fc11991e3b455f" /><Relationship Type="http://schemas.openxmlformats.org/officeDocument/2006/relationships/image" Target="/ppt/media/image3.png" Id="Ra8a201a0622a46a6" /><Relationship Type="http://schemas.openxmlformats.org/officeDocument/2006/relationships/image" Target="/ppt/media/image3.svg" Id="R71aeb1e9f4064a3e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5b69e20c44165" /><Relationship Type="http://schemas.openxmlformats.org/officeDocument/2006/relationships/image" Target="/ppt/media/image3.png" Id="Rc117e5a1e9b544bc" /><Relationship Type="http://schemas.openxmlformats.org/officeDocument/2006/relationships/image" Target="/ppt/media/image3.svg" Id="R58d0709f2a614c3f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526d7e6ba341fa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db98a96df4dd1" /><Relationship Type="http://schemas.openxmlformats.org/officeDocument/2006/relationships/image" Target="/ppt/media/image3.png" Id="Rc9dba5f663364abe" /><Relationship Type="http://schemas.openxmlformats.org/officeDocument/2006/relationships/image" Target="/ppt/media/image3.svg" Id="R76a4919d0cd94bd6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a5e4e14169483e" /><Relationship Type="http://schemas.openxmlformats.org/officeDocument/2006/relationships/image" Target="/ppt/media/image3.png" Id="Rafd931b736534712" /><Relationship Type="http://schemas.openxmlformats.org/officeDocument/2006/relationships/image" Target="/ppt/media/image3.svg" Id="R72f8868cd2064f23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119efbad141fa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3fe2f1b024610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baea090314170" /><Relationship Type="http://schemas.openxmlformats.org/officeDocument/2006/relationships/image" Target="/ppt/media/image3.png" Id="Rf1d5309876444a35" /><Relationship Type="http://schemas.openxmlformats.org/officeDocument/2006/relationships/image" Target="/ppt/media/image3.svg" Id="R2306f408ed2242a2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834622a864d64" /><Relationship Type="http://schemas.openxmlformats.org/officeDocument/2006/relationships/image" Target="/ppt/media/image3.png" Id="Rf1d46ad4de4545b4" /><Relationship Type="http://schemas.openxmlformats.org/officeDocument/2006/relationships/image" Target="/ppt/media/image3.svg" Id="R3fe9499611be476c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40704195d4bed" /><Relationship Type="http://schemas.openxmlformats.org/officeDocument/2006/relationships/image" Target="/ppt/media/image.png" Id="R4fb9e6f8b13049b8" /><Relationship Type="http://schemas.openxmlformats.org/officeDocument/2006/relationships/image" Target="/ppt/media/image.svg" Id="Ra035ec67fe844a87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e1d84bf1e463d" /><Relationship Type="http://schemas.openxmlformats.org/officeDocument/2006/relationships/image" Target="/ppt/media/image22.png" Id="R40d25841256c449f" /><Relationship Type="http://schemas.openxmlformats.org/officeDocument/2006/relationships/image" Target="/ppt/media/image22.svg" Id="Rc5e2253a875f4e37" /><Relationship Type="http://schemas.openxmlformats.org/officeDocument/2006/relationships/image" Target="/ppt/media/image23.png" Id="R44963d77164e4664" /><Relationship Type="http://schemas.openxmlformats.org/officeDocument/2006/relationships/image" Target="/ppt/media/image23.svg" Id="Ra662307186864ed7" /><Relationship Type="http://schemas.openxmlformats.org/officeDocument/2006/relationships/image" Target="/ppt/media/image24.png" Id="Re74a27f5b1c943fb" /><Relationship Type="http://schemas.openxmlformats.org/officeDocument/2006/relationships/image" Target="/ppt/media/image24.svg" Id="Rebb49fc9531344bd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910c51d4f4474" /><Relationship Type="http://schemas.openxmlformats.org/officeDocument/2006/relationships/image" Target="/ppt/media/image25.png" Id="R6bdacd5668514c23" /><Relationship Type="http://schemas.openxmlformats.org/officeDocument/2006/relationships/image" Target="/ppt/media/image25.svg" Id="R7326cd71aa58458a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915d1a40f4966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9e5b86b7d484e" /><Relationship Type="http://schemas.openxmlformats.org/officeDocument/2006/relationships/image" Target="/ppt/media/image26.png" Id="Rb8dfd6439c514301" /><Relationship Type="http://schemas.openxmlformats.org/officeDocument/2006/relationships/image" Target="/ppt/media/image19.png" Id="R67586b64c3ee4ba8" /><Relationship Type="http://schemas.openxmlformats.org/officeDocument/2006/relationships/image" Target="/ppt/media/image3.png" Id="R9f854a77d6574bae" /><Relationship Type="http://schemas.openxmlformats.org/officeDocument/2006/relationships/image" Target="/ppt/media/image3.svg" Id="Rde4d2c7724eb427d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a0b6c4df04898" /><Relationship Type="http://schemas.openxmlformats.org/officeDocument/2006/relationships/image" Target="/ppt/media/image25.png" Id="R5262a0a063cd42e2" /><Relationship Type="http://schemas.openxmlformats.org/officeDocument/2006/relationships/image" Target="/ppt/media/image25.svg" Id="Ree719cf5b16e40af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66f5f29034a75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df08ba5a64193" /><Relationship Type="http://schemas.openxmlformats.org/officeDocument/2006/relationships/image" Target="/ppt/media/image.png" Id="R0d9b2a6c487e4b66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394a4782a48d2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9be4419444d29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a348ce0d08460a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3d7fcac924b8c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91839a9994c62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f0c8fb9c5b4c37" /><Relationship Type="http://schemas.openxmlformats.org/officeDocument/2006/relationships/image" Target="/ppt/media/image2.png" Id="R3e4100f417094071" /><Relationship Type="http://schemas.openxmlformats.org/officeDocument/2006/relationships/image" Target="/ppt/media/image23.png" Id="R5047eedcbfd34147" /><Relationship Type="http://schemas.openxmlformats.org/officeDocument/2006/relationships/image" Target="/ppt/media/image23.svg" Id="Rb92b8d703365409c" /><Relationship Type="http://schemas.openxmlformats.org/officeDocument/2006/relationships/image" Target="/ppt/media/image24.png" Id="Rc921b9805e85487e" /><Relationship Type="http://schemas.openxmlformats.org/officeDocument/2006/relationships/image" Target="/ppt/media/image24.svg" Id="R4b7a580d28424369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35a861f7184570" /><Relationship Type="http://schemas.openxmlformats.org/officeDocument/2006/relationships/image" Target="/ppt/media/image27.png" Id="R19c5e4d5b95c4e05" /><Relationship Type="http://schemas.openxmlformats.org/officeDocument/2006/relationships/image" Target="/ppt/media/image25.png" Id="Rfe1db8f7290245dd" /><Relationship Type="http://schemas.openxmlformats.org/officeDocument/2006/relationships/image" Target="/ppt/media/image25.svg" Id="R74436149ca024ef7" /><Relationship Type="http://schemas.openxmlformats.org/officeDocument/2006/relationships/image" Target="/ppt/media/image2.png" Id="R84b44a21d240494c" /><Relationship Type="http://schemas.openxmlformats.org/officeDocument/2006/relationships/image" Target="/ppt/media/image2.svg" Id="R49bfbc79c8bc4ace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d8a077425a45ed" /><Relationship Type="http://schemas.openxmlformats.org/officeDocument/2006/relationships/image" Target="/ppt/media/image27.png" Id="R260bc763c76c4818" /><Relationship Type="http://schemas.openxmlformats.org/officeDocument/2006/relationships/image" Target="/ppt/media/image2.png" Id="R2ce67c2daacc470f" /><Relationship Type="http://schemas.openxmlformats.org/officeDocument/2006/relationships/image" Target="/ppt/media/image2.svg" Id="Re07d401923974c30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cde0a8d748b424f" /><Relationship Type="http://schemas.openxmlformats.org/officeDocument/2006/relationships/image" Target="/ppt/media/image27.png" Id="R4acd61cd31174bc5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9915a1af9a4ea5" /><Relationship Type="http://schemas.openxmlformats.org/officeDocument/2006/relationships/image" Target="/ppt/media/image2.png" Id="R98d935041864448d" /><Relationship Type="http://schemas.openxmlformats.org/officeDocument/2006/relationships/image" Target="/ppt/media/image2.svg" Id="R98207c20b5c246f9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aeef8a21c2498c" /><Relationship Type="http://schemas.openxmlformats.org/officeDocument/2006/relationships/image" Target="/ppt/media/image27.png" Id="Rc7d52a4ae4e44acc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f752e340014b6f" /><Relationship Type="http://schemas.openxmlformats.org/officeDocument/2006/relationships/image" Target="/ppt/media/image27.png" Id="R083ec969fb574948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199ba408874e70" /><Relationship Type="http://schemas.openxmlformats.org/officeDocument/2006/relationships/image" Target="/ppt/media/image28.png" Id="Rcba045c13ff44f2d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e5bcfe89004959" /><Relationship Type="http://schemas.openxmlformats.org/officeDocument/2006/relationships/image" Target="/ppt/media/image2.png" Id="R3a5656eacf7148ae" /><Relationship Type="http://schemas.openxmlformats.org/officeDocument/2006/relationships/image" Target="/ppt/media/image29.png" Id="R26773c0efdde4299" /><Relationship Type="http://schemas.openxmlformats.org/officeDocument/2006/relationships/image" Target="/ppt/media/image26.svg" Id="Ra12bec486281413c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d6e7958e524e45" /><Relationship Type="http://schemas.openxmlformats.org/officeDocument/2006/relationships/image" Target="/ppt/media/image30.png" Id="R4096165fc972451a" /><Relationship Type="http://schemas.openxmlformats.org/officeDocument/2006/relationships/image" Target="/ppt/media/image28.png" Id="Raffb48cddd214816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c9b7f0ff104fe6" /><Relationship Type="http://schemas.openxmlformats.org/officeDocument/2006/relationships/image" Target="/ppt/media/image30.png" Id="R9758b6e4c9ed428e" /><Relationship Type="http://schemas.openxmlformats.org/officeDocument/2006/relationships/image" Target="/ppt/media/image28.png" Id="Ra89efb405c104d11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b8bcedc55fa44e8" /><Relationship Type="http://schemas.openxmlformats.org/officeDocument/2006/relationships/image" Target="/ppt/media/image30.png" Id="R58db38e8d24f4f1f" /><Relationship Type="http://schemas.openxmlformats.org/officeDocument/2006/relationships/image" Target="/ppt/media/image28.png" Id="R2c4da33ba2f845cc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cb81551175a4f5d" /><Relationship Type="http://schemas.openxmlformats.org/officeDocument/2006/relationships/image" Target="/ppt/media/image30.png" Id="Rda43e67401794a25" /><Relationship Type="http://schemas.openxmlformats.org/officeDocument/2006/relationships/image" Target="/ppt/media/image28.png" Id="R9f839f48fe514fe3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7540e2f94be4041" /><Relationship Type="http://schemas.openxmlformats.org/officeDocument/2006/relationships/image" Target="/ppt/media/image30.png" Id="R04100a5f64cd4b59" /><Relationship Type="http://schemas.openxmlformats.org/officeDocument/2006/relationships/image" Target="/ppt/media/image28.png" Id="Rc2cd0f90e0004086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b4de9c5215c4c21" /><Relationship Type="http://schemas.openxmlformats.org/officeDocument/2006/relationships/image" Target="/ppt/media/image30.png" Id="Ra9ae741e15084677" /><Relationship Type="http://schemas.openxmlformats.org/officeDocument/2006/relationships/image" Target="/ppt/media/image28.png" Id="R5225daf454644bd9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844e8f2943f4993" /><Relationship Type="http://schemas.openxmlformats.org/officeDocument/2006/relationships/image" Target="/ppt/media/image2.png" Id="R99a08ccb839a417a" /><Relationship Type="http://schemas.openxmlformats.org/officeDocument/2006/relationships/image" Target="/ppt/media/image23.png" Id="R0cf21aa5fbea4dfe" /><Relationship Type="http://schemas.openxmlformats.org/officeDocument/2006/relationships/image" Target="/ppt/media/image23.svg" Id="R2cc88bec43a249a6" /><Relationship Type="http://schemas.openxmlformats.org/officeDocument/2006/relationships/image" Target="/ppt/media/image24.png" Id="R78686512dc914e5b" /><Relationship Type="http://schemas.openxmlformats.org/officeDocument/2006/relationships/image" Target="/ppt/media/image24.svg" Id="Rbf907d6060324057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1f91f120e1b4ad2" /><Relationship Type="http://schemas.openxmlformats.org/officeDocument/2006/relationships/image" Target="/ppt/media/image27.png" Id="Rec63f03b41494ee1" /><Relationship Type="http://schemas.openxmlformats.org/officeDocument/2006/relationships/image" Target="/ppt/media/image25.png" Id="R147f638990334f22" /><Relationship Type="http://schemas.openxmlformats.org/officeDocument/2006/relationships/image" Target="/ppt/media/image25.svg" Id="Raabc69efbc724982" /><Relationship Type="http://schemas.openxmlformats.org/officeDocument/2006/relationships/image" Target="/ppt/media/image2.png" Id="R477a40f2e95d4eaa" /><Relationship Type="http://schemas.openxmlformats.org/officeDocument/2006/relationships/image" Target="/ppt/media/image2.svg" Id="Ra882178eeea34ca7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54360ebcd7e41f5" /><Relationship Type="http://schemas.openxmlformats.org/officeDocument/2006/relationships/image" Target="/ppt/media/image27.png" Id="R78246ead60bc4b58" /><Relationship Type="http://schemas.openxmlformats.org/officeDocument/2006/relationships/image" Target="/ppt/media/image2.png" Id="Rb9069b7f2d5743fd" /><Relationship Type="http://schemas.openxmlformats.org/officeDocument/2006/relationships/image" Target="/ppt/media/image2.svg" Id="Rf65fe630bca44498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e9cde2458564f85" /><Relationship Type="http://schemas.openxmlformats.org/officeDocument/2006/relationships/image" Target="/ppt/media/image27.png" Id="Rbed5bf63e1ee4aa7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7b0b25df2a24a58" /><Relationship Type="http://schemas.openxmlformats.org/officeDocument/2006/relationships/image" Target="/ppt/media/image2.png" Id="Rf948d3d1aaaf41ed" /><Relationship Type="http://schemas.openxmlformats.org/officeDocument/2006/relationships/image" Target="/ppt/media/image2.svg" Id="R7d387e5f2c4b4b98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efe6bc0a34d410e" /><Relationship Type="http://schemas.openxmlformats.org/officeDocument/2006/relationships/image" Target="/ppt/media/image27.png" Id="R8eb164048a74431e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ff1e6604bb34741" /><Relationship Type="http://schemas.openxmlformats.org/officeDocument/2006/relationships/image" Target="/ppt/media/image27.png" Id="R4d1fa8a645f846b2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0c823a0bfb240e7" /><Relationship Type="http://schemas.openxmlformats.org/officeDocument/2006/relationships/image" Target="/ppt/media/image28.png" Id="R1df5fa1a7472456a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074fe19d7e54aaf" /><Relationship Type="http://schemas.openxmlformats.org/officeDocument/2006/relationships/image" Target="/ppt/media/image2.png" Id="Red790bb2617e4b35" /><Relationship Type="http://schemas.openxmlformats.org/officeDocument/2006/relationships/image" Target="/ppt/media/image29.png" Id="R9a4e5a1e1eb14d94" /><Relationship Type="http://schemas.openxmlformats.org/officeDocument/2006/relationships/image" Target="/ppt/media/image26.svg" Id="Rff0708c69f984f8b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957341c85b8473f" /><Relationship Type="http://schemas.openxmlformats.org/officeDocument/2006/relationships/image" Target="/ppt/media/image30.png" Id="R9f2c2e989ab24c63" /><Relationship Type="http://schemas.openxmlformats.org/officeDocument/2006/relationships/image" Target="/ppt/media/image28.png" Id="R494201f5c6b04129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1bc24d3bb0d4e9b" /><Relationship Type="http://schemas.openxmlformats.org/officeDocument/2006/relationships/image" Target="/ppt/media/image30.png" Id="R6ea28cd1671448ba" /><Relationship Type="http://schemas.openxmlformats.org/officeDocument/2006/relationships/image" Target="/ppt/media/image28.png" Id="Re75b359baaac4586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c520b7a20f2471b" /><Relationship Type="http://schemas.openxmlformats.org/officeDocument/2006/relationships/image" Target="/ppt/media/image30.png" Id="Rf51661a0a7974cc2" /><Relationship Type="http://schemas.openxmlformats.org/officeDocument/2006/relationships/image" Target="/ppt/media/image28.png" Id="Rb91cdf86aa214b2b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82e5a6bbd634c62" /><Relationship Type="http://schemas.openxmlformats.org/officeDocument/2006/relationships/image" Target="/ppt/media/image30.png" Id="Rd96beba9b3b44891" /><Relationship Type="http://schemas.openxmlformats.org/officeDocument/2006/relationships/image" Target="/ppt/media/image28.png" Id="R7ab1151cae9c43c2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3977cd63a6b4a59" /><Relationship Type="http://schemas.openxmlformats.org/officeDocument/2006/relationships/image" Target="/ppt/media/image30.png" Id="R9f78ba343c594268" /><Relationship Type="http://schemas.openxmlformats.org/officeDocument/2006/relationships/image" Target="/ppt/media/image28.png" Id="Rba87592e9c884f28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a1179b942074dc1" /><Relationship Type="http://schemas.openxmlformats.org/officeDocument/2006/relationships/image" Target="/ppt/media/image30.png" Id="R76bab309853e4457" /><Relationship Type="http://schemas.openxmlformats.org/officeDocument/2006/relationships/image" Target="/ppt/media/image28.png" Id="R341d9eaffa3f4d4a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fa3a13cc5994ace" /><Relationship Type="http://schemas.openxmlformats.org/officeDocument/2006/relationships/image" Target="/ppt/media/image30.png" Id="Re3a65259ffce4be3" /><Relationship Type="http://schemas.openxmlformats.org/officeDocument/2006/relationships/image" Target="/ppt/media/image28.png" Id="Rc76c8f498b50461f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6bd6cad62784c7b" /><Relationship Type="http://schemas.openxmlformats.org/officeDocument/2006/relationships/image" Target="/ppt/media/image30.png" Id="Rdcedf056a58e448e" /><Relationship Type="http://schemas.openxmlformats.org/officeDocument/2006/relationships/image" Target="/ppt/media/image28.png" Id="R6914bef53c284190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36cbdace5af4f8f" /><Relationship Type="http://schemas.openxmlformats.org/officeDocument/2006/relationships/image" Target="/ppt/media/image30.png" Id="Rf471917dac3146ff" /><Relationship Type="http://schemas.openxmlformats.org/officeDocument/2006/relationships/image" Target="/ppt/media/image28.png" Id="R0dac7ef0db4e43dd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b5bdd6d1ab649cb" /><Relationship Type="http://schemas.openxmlformats.org/officeDocument/2006/relationships/image" Target="/ppt/media/image30.png" Id="Rbc8ce58083f64a28" /><Relationship Type="http://schemas.openxmlformats.org/officeDocument/2006/relationships/image" Target="/ppt/media/image28.png" Id="R2d0a3d0cf5884dd2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11c1c6579824aa3" /><Relationship Type="http://schemas.openxmlformats.org/officeDocument/2006/relationships/image" Target="/ppt/media/image30.png" Id="R6bb250bd07b94dba" /><Relationship Type="http://schemas.openxmlformats.org/officeDocument/2006/relationships/image" Target="/ppt/media/image28.png" Id="R4c949c20afce4caf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a886d864f6d43ff" /><Relationship Type="http://schemas.openxmlformats.org/officeDocument/2006/relationships/image" Target="/ppt/media/image30.png" Id="R41dd41870de34a4c" /><Relationship Type="http://schemas.openxmlformats.org/officeDocument/2006/relationships/image" Target="/ppt/media/image28.png" Id="R9c28678a44b54acf" /><Relationship Type="http://schemas.openxmlformats.org/officeDocument/2006/relationships/image" Target="/ppt/media/image2.png" Id="Rcc2e3688d42747de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96ec4faac68445e" /><Relationship Type="http://schemas.openxmlformats.org/officeDocument/2006/relationships/image" Target="/ppt/media/image27.svg" Id="Rc57104f867fe4a2e" /><Relationship Type="http://schemas.openxmlformats.org/officeDocument/2006/relationships/image" Target="/ppt/media/image26.png" Id="R91c8c01c30c24da9" /><Relationship Type="http://schemas.openxmlformats.org/officeDocument/2006/relationships/image" Target="/ppt/media/image2.png" Id="R2cc555e827c649dd" /><Relationship Type="http://schemas.openxmlformats.org/officeDocument/2006/relationships/image" Target="/ppt/media/image28.png" Id="R909833ff95524725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6bcd9e239064fba" /><Relationship Type="http://schemas.openxmlformats.org/officeDocument/2006/relationships/image" Target="/ppt/media/image2.png" Id="R5c6c1d8360694a00" /><Relationship Type="http://schemas.openxmlformats.org/officeDocument/2006/relationships/image" Target="/ppt/media/image28.svg" Id="R953a9b94b8ce4001" /><Relationship Type="http://schemas.openxmlformats.org/officeDocument/2006/relationships/image" Target="/ppt/media/image27.png" Id="Rfe6721c9f63d426d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01a3be946824674" /><Relationship Type="http://schemas.openxmlformats.org/officeDocument/2006/relationships/image" Target="/ppt/media/image30.png" Id="Rb04ad7a458ae4d08" /><Relationship Type="http://schemas.openxmlformats.org/officeDocument/2006/relationships/image" Target="/ppt/media/image29.svg" Id="R2a288dea7166461c" /><Relationship Type="http://schemas.openxmlformats.org/officeDocument/2006/relationships/image" Target="/ppt/media/image28.png" Id="R3784450790804121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b416ef469d24cd6" /><Relationship Type="http://schemas.openxmlformats.org/officeDocument/2006/relationships/image" Target="/ppt/media/image30.png" Id="R8dbdd2b82bed4d02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4356478fa1944ba" /><Relationship Type="http://schemas.openxmlformats.org/officeDocument/2006/relationships/image" Target="/ppt/media/image30.png" Id="R7e79348758d94977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018469c68754654" /><Relationship Type="http://schemas.openxmlformats.org/officeDocument/2006/relationships/image" Target="/ppt/media/image30.png" Id="R35f8d6f161644a70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7e202d20c8a44d6" /><Relationship Type="http://schemas.openxmlformats.org/officeDocument/2006/relationships/image" Target="/ppt/media/image30.png" Id="R61a1b0e66b2743d5" /></Relationships>
</file>

<file path=ppt/slideLayouts/_rels/slideLayout1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3015ba19505474c" /><Relationship Type="http://schemas.openxmlformats.org/officeDocument/2006/relationships/image" Target="/ppt/media/image30.png" Id="Rafb1fa50d9f7497b" /></Relationships>
</file>

<file path=ppt/slideLayouts/_rels/slideLayout1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333793fc4404973" /><Relationship Type="http://schemas.openxmlformats.org/officeDocument/2006/relationships/image" Target="/ppt/media/image30.png" Id="R10d7abd20b7e4f92" /></Relationships>
</file>

<file path=ppt/slideLayouts/_rels/slideLayout1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78888b7489d4453" /><Relationship Type="http://schemas.openxmlformats.org/officeDocument/2006/relationships/image" Target="/ppt/media/image30.png" Id="R6cc1714e7acc490a" /></Relationships>
</file>

<file path=ppt/slideLayouts/_rels/slideLayout1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9f73afb8f5e47e4" /><Relationship Type="http://schemas.openxmlformats.org/officeDocument/2006/relationships/image" Target="/ppt/media/image30.png" Id="Rfbe1a877da6b4bc0" /></Relationships>
</file>

<file path=ppt/slideLayouts/_rels/slideLayout1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3f981fb7c704059" /><Relationship Type="http://schemas.openxmlformats.org/officeDocument/2006/relationships/image" Target="/ppt/media/image30.png" Id="R2806241561d54dc1" /></Relationships>
</file>

<file path=ppt/slideLayouts/_rels/slideLayout1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76f98878e074477" /><Relationship Type="http://schemas.openxmlformats.org/officeDocument/2006/relationships/image" Target="/ppt/media/image30.png" Id="Rc22ec41d12614c0a" /></Relationships>
</file>

<file path=ppt/slideLayouts/_rels/slideLayout1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f8871614b7c4512" /><Relationship Type="http://schemas.openxmlformats.org/officeDocument/2006/relationships/image" Target="/ppt/media/image30.png" Id="Rb169ccf0679b49e0" /><Relationship Type="http://schemas.openxmlformats.org/officeDocument/2006/relationships/image" Target="/ppt/media/image31.png" Id="R7a2f5ad2c4274721" /><Relationship Type="http://schemas.openxmlformats.org/officeDocument/2006/relationships/image" Target="/ppt/media/image30.svg" Id="R2db2e147f5884dd7" /></Relationships>
</file>

<file path=ppt/slideLayouts/_rels/slideLayout1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7a6ac1e01dc45a9" /><Relationship Type="http://schemas.openxmlformats.org/officeDocument/2006/relationships/image" Target="/ppt/media/image30.png" Id="Rd1d31a4c6ea04727" /><Relationship Type="http://schemas.openxmlformats.org/officeDocument/2006/relationships/image" Target="/ppt/media/image31.svg" Id="R42fde90a5c2f4efe" /></Relationships>
</file>

<file path=ppt/slideLayouts/_rels/slideLayout1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599d83c7bfe41bc" /><Relationship Type="http://schemas.openxmlformats.org/officeDocument/2006/relationships/image" Target="/ppt/media/image32.png" Id="R18d3c668ec674de1" /><Relationship Type="http://schemas.openxmlformats.org/officeDocument/2006/relationships/image" Target="/ppt/media/image19.png" Id="R308d21e07a1d4bd4" /></Relationships>
</file>

<file path=ppt/slideLayouts/_rels/slideLayout1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c4aa33a54434c46" /><Relationship Type="http://schemas.openxmlformats.org/officeDocument/2006/relationships/image" Target="/ppt/media/image32.png" Id="R19ed2a6a644e4ab2" /><Relationship Type="http://schemas.openxmlformats.org/officeDocument/2006/relationships/image" Target="/ppt/media/image19.png" Id="R1798d36c8fdc43c6" /><Relationship Type="http://schemas.openxmlformats.org/officeDocument/2006/relationships/image" Target="/ppt/media/image2.png" Id="Rd81f4337c6464ec8" /></Relationships>
</file>

<file path=ppt/slideLayouts/_rels/slideLayout1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e608078138f4086" /><Relationship Type="http://schemas.openxmlformats.org/officeDocument/2006/relationships/image" Target="/ppt/media/image30.png" Id="Rb18ba903b08b4fc2" /><Relationship Type="http://schemas.openxmlformats.org/officeDocument/2006/relationships/image" Target="/ppt/media/image19.png" Id="Re45ddf762f3242ad" /></Relationships>
</file>

<file path=ppt/slideLayouts/_rels/slideLayout1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1c3e7cb788742d9" /><Relationship Type="http://schemas.openxmlformats.org/officeDocument/2006/relationships/image" Target="/ppt/media/image30.png" Id="R66fab8b2f0454357" /><Relationship Type="http://schemas.openxmlformats.org/officeDocument/2006/relationships/image" Target="/ppt/media/image19.png" Id="R46b711ad98e645be" /><Relationship Type="http://schemas.openxmlformats.org/officeDocument/2006/relationships/image" Target="/ppt/media/image19.svg" Id="Re57446dbc1b0487b" /></Relationships>
</file>

<file path=ppt/slideLayouts/_rels/slideLayout1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007ddde06e04174" /><Relationship Type="http://schemas.openxmlformats.org/officeDocument/2006/relationships/image" Target="/ppt/media/image19.png" Id="R7479eb45f56d4bb1" /><Relationship Type="http://schemas.openxmlformats.org/officeDocument/2006/relationships/image" Target="/ppt/media/image19.svg" Id="R138fc02180e94592" /><Relationship Type="http://schemas.openxmlformats.org/officeDocument/2006/relationships/image" Target="/ppt/media/image33.png" Id="Rac6aa929918f4b07" /><Relationship Type="http://schemas.openxmlformats.org/officeDocument/2006/relationships/image" Target="/ppt/media/image32.svg" Id="Rb77d53c20bbe4423" /><Relationship Type="http://schemas.openxmlformats.org/officeDocument/2006/relationships/image" Target="/ppt/media/image34.png" Id="R806c558b8d6646ed" /><Relationship Type="http://schemas.openxmlformats.org/officeDocument/2006/relationships/image" Target="/ppt/media/image33.svg" Id="Rc877c138a21a4a3c" /></Relationships>
</file>

<file path=ppt/slideLayouts/_rels/slideLayout1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a0f9f7123344dad" /></Relationships>
</file>

<file path=ppt/slideLayouts/_rels/slideLayout1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514a292780a436b" /><Relationship Type="http://schemas.openxmlformats.org/officeDocument/2006/relationships/image" Target="/ppt/media/image2.png" Id="R81efe1d4d0bf43d6" /></Relationships>
</file>

<file path=ppt/slideLayouts/_rels/slideLayout1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0964dad97a1406b" /><Relationship Type="http://schemas.openxmlformats.org/officeDocument/2006/relationships/image" Target="/ppt/media/image2.png" Id="R1c27d7f15fc04b17" /></Relationships>
</file>

<file path=ppt/slideLayouts/_rels/slideLayout1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7838ab5962c4352" /><Relationship Type="http://schemas.openxmlformats.org/officeDocument/2006/relationships/image" Target="/ppt/media/image30.png" Id="R39b4d53b8dc34086" /><Relationship Type="http://schemas.openxmlformats.org/officeDocument/2006/relationships/image" Target="/ppt/media/image2.png" Id="R7dbc483e6d0b4777" /></Relationships>
</file>

<file path=ppt/slideLayouts/_rels/slideLayout1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d129fccbb6949fc" /><Relationship Type="http://schemas.openxmlformats.org/officeDocument/2006/relationships/image" Target="/ppt/media/image30.png" Id="R1a546af0637b4246" /></Relationships>
</file>

<file path=ppt/slideLayouts/_rels/slideLayout1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1c5b52598c14304" /></Relationships>
</file>

<file path=ppt/slideLayouts/_rels/slideLayout1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243fcefaaee4e3f" /><Relationship Type="http://schemas.openxmlformats.org/officeDocument/2006/relationships/image" Target="/ppt/media/image30.png" Id="R68559202bfd64cb7" /><Relationship Type="http://schemas.openxmlformats.org/officeDocument/2006/relationships/image" Target="/ppt/media/image2.png" Id="Rcaf08b2567104c50" /></Relationships>
</file>

<file path=ppt/slideLayouts/_rels/slideLayout1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5385b9f26b44e49" /><Relationship Type="http://schemas.openxmlformats.org/officeDocument/2006/relationships/image" Target="/ppt/media/image30.png" Id="Rc4fe9a1b18fc4f90" /><Relationship Type="http://schemas.openxmlformats.org/officeDocument/2006/relationships/image" Target="/ppt/media/image2.png" Id="R1155b0936c4c4615" /></Relationships>
</file>

<file path=ppt/slideLayouts/_rels/slideLayout1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bedf095c38746fb" /></Relationships>
</file>

<file path=ppt/slideLayouts/_rels/slideLayout1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1f6238304e441bf" /></Relationships>
</file>

<file path=ppt/slideLayouts/_rels/slideLayout1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a0436bcdcec4ce6" /></Relationships>
</file>

<file path=ppt/slideLayouts/_rels/slideLayout1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596565d650d421f" /></Relationships>
</file>

<file path=ppt/slideLayouts/slideLayout1.xml><?xml version="1.0" encoding="utf-8"?>
<p:sldLayout xmlns:p="http://schemas.openxmlformats.org/presentationml/2006/main" showMasterSp="0" preserve="1">
  <p:cSld name="Title Slide-orang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0376C9-2356-22A6-5441-84E77464B55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41470" y="2835689"/>
            <a:ext cx="8829198" cy="154510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6000" spc="-15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4FD67D-7BA3-C2D7-4395-16F69E74CF6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41470" y="4574120"/>
            <a:ext cx="8829198" cy="9144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2000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text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b423873684e77">
            <a:extLst>
              <a:ext uri="{96DAC541-7B7A-43D3-8B79-37D633B846F1}">
                <asvg:svgBlip xmlns:asvg="http://schemas.microsoft.com/office/drawing/2016/SVG/main" r:embed="Raf793c2029db4e5d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32003" y="434072"/>
            <a:ext cx="1497676" cy="488372"/>
          </a:xfrm>
          <a:prstGeom xmlns:a="http://schemas.openxmlformats.org/drawingml/2006/main" prst="rect">
            <a:avLst/>
          </a:prstGeom>
        </p:spPr>
      </p:pic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AC9DB8C-7C81-2D3D-8CC6-184CFE174A5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41349" y="5981700"/>
            <a:ext cx="5400000" cy="34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800">
                <a:solidFill>
                  <a:srgbClr val="CE340B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pic>
        <p:nvPicPr>
          <p:cNvPr id="23" name="Graphic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8ef05e5504060">
            <a:extLst>
              <a:ext uri="{96DAC541-7B7A-43D3-8B79-37D633B846F1}">
                <asvg:svgBlip xmlns:asvg="http://schemas.microsoft.com/office/drawing/2016/SVG/main" r:embed="Rf376de9357c642c0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02" y="190499"/>
            <a:ext cx="1817992" cy="1217406"/>
          </a:xfrm>
          <a:prstGeom xmlns:a="http://schemas.openxmlformats.org/drawingml/2006/main" prst="rect">
            <a:avLst/>
          </a:prstGeom>
        </p:spPr>
      </p:pic>
      <p:pic>
        <p:nvPicPr>
          <p:cNvPr id="24" name="Graphic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1fe373c774efb">
            <a:extLst>
              <a:ext uri="{96DAC541-7B7A-43D3-8B79-37D633B846F1}">
                <asvg:svgBlip xmlns:asvg="http://schemas.microsoft.com/office/drawing/2016/SVG/main" r:embed="R14541a234f644a9a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08304" y="5450094"/>
            <a:ext cx="1817992" cy="1217405"/>
          </a:xfrm>
          <a:prstGeom xmlns:a="http://schemas.openxmlformats.org/drawingml/2006/main" prst="rect">
            <a:avLst/>
          </a:prstGeom>
        </p:spPr>
      </p:pic>
      <p:sp>
        <p:nvSpPr>
          <p:cNvPr id="7" name="Rectangle">
            <a:extLst xmlns:a="http://schemas.openxmlformats.org/drawingml/2006/main">
              <a:ext uri="{FF2B5EF4-FFF2-40B4-BE49-F238E27FC236}">
                <a16:creationId xmlns:a16="http://schemas.microsoft.com/office/drawing/2014/main" id="{41897A99-7B2B-711F-1F50-CFB1CB17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4858" y="-58153"/>
            <a:ext cx="12696858" cy="691615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showMasterSp="0" preserve="1" userDrawn="1">
  <p:cSld name="One Speaker-orang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C306C4-9D9A-0CEC-CCAF-2A2D5F1B089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414134"/>
            <a:ext cx="5003800" cy="1014866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>
              <a:buNone/>
              <a:defRPr sz="8000" b="1" i="0" spc="-15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B989B780-4E34-2459-5DD7-243F25DBCF5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6096000" y="836676"/>
            <a:ext cx="5184648" cy="5184648"/>
          </a:xfrm>
          <a:custGeom xmlns:a="http://schemas.openxmlformats.org/drawingml/2006/main">
            <a:gdLst>
              <a:gd name="connsiteX0" fmla="*/ 451104 w 5184648"/>
              <a:gd name="connsiteY0" fmla="*/ 0 h 5184648"/>
              <a:gd name="connsiteX1" fmla="*/ 5184648 w 5184648"/>
              <a:gd name="connsiteY1" fmla="*/ 0 h 5184648"/>
              <a:gd name="connsiteX2" fmla="*/ 5184648 w 5184648"/>
              <a:gd name="connsiteY2" fmla="*/ 4282313 h 5184648"/>
              <a:gd name="connsiteX3" fmla="*/ 4733544 w 5184648"/>
              <a:gd name="connsiteY3" fmla="*/ 4282313 h 5184648"/>
              <a:gd name="connsiteX4" fmla="*/ 4733544 w 5184648"/>
              <a:gd name="connsiteY4" fmla="*/ 4733417 h 5184648"/>
              <a:gd name="connsiteX5" fmla="*/ 5184648 w 5184648"/>
              <a:gd name="connsiteY5" fmla="*/ 4733417 h 5184648"/>
              <a:gd name="connsiteX6" fmla="*/ 5184648 w 5184648"/>
              <a:gd name="connsiteY6" fmla="*/ 5184648 h 5184648"/>
              <a:gd name="connsiteX7" fmla="*/ 4733544 w 5184648"/>
              <a:gd name="connsiteY7" fmla="*/ 5184648 h 5184648"/>
              <a:gd name="connsiteX8" fmla="*/ 4733544 w 5184648"/>
              <a:gd name="connsiteY8" fmla="*/ 4733544 h 5184648"/>
              <a:gd name="connsiteX9" fmla="*/ 4282440 w 5184648"/>
              <a:gd name="connsiteY9" fmla="*/ 4733544 h 5184648"/>
              <a:gd name="connsiteX10" fmla="*/ 4282440 w 5184648"/>
              <a:gd name="connsiteY10" fmla="*/ 5184648 h 5184648"/>
              <a:gd name="connsiteX11" fmla="*/ 0 w 5184648"/>
              <a:gd name="connsiteY11" fmla="*/ 5184648 h 5184648"/>
              <a:gd name="connsiteX12" fmla="*/ 0 w 5184648"/>
              <a:gd name="connsiteY12" fmla="*/ 451104 h 5184648"/>
              <a:gd name="connsiteX13" fmla="*/ 451104 w 5184648"/>
              <a:gd name="connsiteY13" fmla="*/ 451104 h 5184648"/>
            </a:gdLst>
            <a:rect l="l" t="t" r="r" b="b"/>
            <a:pathLst>
              <a:path w="5184648" h="5184648">
                <a:moveTo>
                  <a:pt x="451104" y="0"/>
                </a:moveTo>
                <a:lnTo>
                  <a:pt x="5184648" y="0"/>
                </a:lnTo>
                <a:lnTo>
                  <a:pt x="5184648" y="4282313"/>
                </a:lnTo>
                <a:lnTo>
                  <a:pt x="4733544" y="4282313"/>
                </a:lnTo>
                <a:lnTo>
                  <a:pt x="4733544" y="4733417"/>
                </a:lnTo>
                <a:lnTo>
                  <a:pt x="5184648" y="4733417"/>
                </a:lnTo>
                <a:lnTo>
                  <a:pt x="5184648" y="5184648"/>
                </a:lnTo>
                <a:lnTo>
                  <a:pt x="4733544" y="5184648"/>
                </a:lnTo>
                <a:lnTo>
                  <a:pt x="4733544" y="4733544"/>
                </a:lnTo>
                <a:lnTo>
                  <a:pt x="4282440" y="4733544"/>
                </a:lnTo>
                <a:lnTo>
                  <a:pt x="4282440" y="5184648"/>
                </a:lnTo>
                <a:lnTo>
                  <a:pt x="0" y="5184648"/>
                </a:lnTo>
                <a:lnTo>
                  <a:pt x="0" y="451104"/>
                </a:lnTo>
                <a:lnTo>
                  <a:pt x="451104" y="451104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4EEDFA70-EAAE-836F-FE6C-677FFDA21DF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09600" y="3601185"/>
            <a:ext cx="5003800" cy="43033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3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66CB046-3633-4438-7782-8401F06780C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09600" y="4063089"/>
            <a:ext cx="5003800" cy="29392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017FE1F-9E0B-48D3-AF0B-61FD7148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1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340B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pic>
        <p:nvPicPr>
          <p:cNvPr id="2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ac5f284f14434">
            <a:extLst>
              <a:ext uri="{96DAC541-7B7A-43D3-8B79-37D633B846F1}">
                <asvg:svgBlip xmlns:asvg="http://schemas.microsoft.com/office/drawing/2016/SVG/main" r:embed="Rb50b51168a4247da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5900063"/>
            <a:ext cx="1402080" cy="457199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3.xml><?xml version="1.0" encoding="utf-8"?>
<p:sldLayout xmlns:p="http://schemas.openxmlformats.org/presentationml/2006/main" showMasterSp="0" preserve="1" userDrawn="1">
  <p:cSld name="Two Speakers-orang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icture Placeholder 29">
            <a:extLst xmlns:a="http://schemas.openxmlformats.org/drawingml/2006/main">
              <a:ext uri="{FF2B5EF4-FFF2-40B4-BE49-F238E27FC236}">
                <a16:creationId xmlns:a16="http://schemas.microsoft.com/office/drawing/2014/main" id="{498DD797-078E-56E4-FAAA-D080D22746AC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7717537" y="0"/>
            <a:ext cx="4471416" cy="3429000"/>
          </a:xfrm>
          <a:custGeom xmlns:a="http://schemas.openxmlformats.org/drawingml/2006/main">
            <a:gdLst>
              <a:gd name="connsiteX0" fmla="*/ 596681 w 4471416"/>
              <a:gd name="connsiteY0" fmla="*/ 298207 h 3429000"/>
              <a:gd name="connsiteX1" fmla="*/ 596681 w 4471416"/>
              <a:gd name="connsiteY1" fmla="*/ 598210 h 3429000"/>
              <a:gd name="connsiteX2" fmla="*/ 896684 w 4471416"/>
              <a:gd name="connsiteY2" fmla="*/ 598210 h 3429000"/>
              <a:gd name="connsiteX3" fmla="*/ 896684 w 4471416"/>
              <a:gd name="connsiteY3" fmla="*/ 298207 h 3429000"/>
              <a:gd name="connsiteX4" fmla="*/ 600007 w 4471416"/>
              <a:gd name="connsiteY4" fmla="*/ 0 h 3429000"/>
              <a:gd name="connsiteX5" fmla="*/ 4471416 w 4471416"/>
              <a:gd name="connsiteY5" fmla="*/ 0 h 3429000"/>
              <a:gd name="connsiteX6" fmla="*/ 4471416 w 4471416"/>
              <a:gd name="connsiteY6" fmla="*/ 3429000 h 3429000"/>
              <a:gd name="connsiteX7" fmla="*/ 4461762 w 4471416"/>
              <a:gd name="connsiteY7" fmla="*/ 3429000 h 3429000"/>
              <a:gd name="connsiteX8" fmla="*/ 4461762 w 4471416"/>
              <a:gd name="connsiteY8" fmla="*/ 3146539 h 3429000"/>
              <a:gd name="connsiteX9" fmla="*/ 3866920 w 4471416"/>
              <a:gd name="connsiteY9" fmla="*/ 3146539 h 3429000"/>
              <a:gd name="connsiteX10" fmla="*/ 3866920 w 4471416"/>
              <a:gd name="connsiteY10" fmla="*/ 2845980 h 3429000"/>
              <a:gd name="connsiteX11" fmla="*/ 4166923 w 4471416"/>
              <a:gd name="connsiteY11" fmla="*/ 2845980 h 3429000"/>
              <a:gd name="connsiteX12" fmla="*/ 4166923 w 4471416"/>
              <a:gd name="connsiteY12" fmla="*/ 2545977 h 3429000"/>
              <a:gd name="connsiteX13" fmla="*/ 3866920 w 4471416"/>
              <a:gd name="connsiteY13" fmla="*/ 2545977 h 3429000"/>
              <a:gd name="connsiteX14" fmla="*/ 3866920 w 4471416"/>
              <a:gd name="connsiteY14" fmla="*/ 2844646 h 3429000"/>
              <a:gd name="connsiteX15" fmla="*/ 3598648 w 4471416"/>
              <a:gd name="connsiteY15" fmla="*/ 2844646 h 3429000"/>
              <a:gd name="connsiteX16" fmla="*/ 3598648 w 4471416"/>
              <a:gd name="connsiteY16" fmla="*/ 2545977 h 3429000"/>
              <a:gd name="connsiteX17" fmla="*/ 0 w 4471416"/>
              <a:gd name="connsiteY17" fmla="*/ 2545977 h 3429000"/>
              <a:gd name="connsiteX18" fmla="*/ 0 w 4471416"/>
              <a:gd name="connsiteY18" fmla="*/ 296412 h 3429000"/>
              <a:gd name="connsiteX19" fmla="*/ 600007 w 4471416"/>
              <a:gd name="connsiteY19" fmla="*/ 296412 h 3429000"/>
            </a:gdLst>
            <a:rect l="l" t="t" r="r" b="b"/>
            <a:pathLst>
              <a:path w="4471416" h="3429000">
                <a:moveTo>
                  <a:pt x="596681" y="298207"/>
                </a:moveTo>
                <a:lnTo>
                  <a:pt x="596681" y="598210"/>
                </a:lnTo>
                <a:lnTo>
                  <a:pt x="896684" y="598210"/>
                </a:lnTo>
                <a:lnTo>
                  <a:pt x="896684" y="298207"/>
                </a:lnTo>
                <a:close/>
                <a:moveTo>
                  <a:pt x="600007" y="0"/>
                </a:moveTo>
                <a:lnTo>
                  <a:pt x="4471416" y="0"/>
                </a:lnTo>
                <a:lnTo>
                  <a:pt x="4471416" y="3429000"/>
                </a:lnTo>
                <a:lnTo>
                  <a:pt x="4461762" y="3429000"/>
                </a:lnTo>
                <a:lnTo>
                  <a:pt x="4461762" y="3146539"/>
                </a:lnTo>
                <a:lnTo>
                  <a:pt x="3866920" y="3146539"/>
                </a:lnTo>
                <a:lnTo>
                  <a:pt x="3866920" y="2845980"/>
                </a:lnTo>
                <a:lnTo>
                  <a:pt x="4166923" y="2845980"/>
                </a:lnTo>
                <a:lnTo>
                  <a:pt x="4166923" y="2545977"/>
                </a:lnTo>
                <a:lnTo>
                  <a:pt x="3866920" y="2545977"/>
                </a:lnTo>
                <a:lnTo>
                  <a:pt x="3866920" y="2844646"/>
                </a:lnTo>
                <a:lnTo>
                  <a:pt x="3598648" y="2844646"/>
                </a:lnTo>
                <a:lnTo>
                  <a:pt x="3598648" y="2545977"/>
                </a:lnTo>
                <a:lnTo>
                  <a:pt x="0" y="2545977"/>
                </a:lnTo>
                <a:lnTo>
                  <a:pt x="0" y="296412"/>
                </a:lnTo>
                <a:lnTo>
                  <a:pt x="600007" y="296412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4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607DB825-7559-54E7-CAEC-C04E31E7F0AB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717537" y="3429000"/>
            <a:ext cx="4471416" cy="3160398"/>
          </a:xfrm>
          <a:custGeom xmlns:a="http://schemas.openxmlformats.org/drawingml/2006/main">
            <a:gdLst>
              <a:gd name="connsiteX0" fmla="*/ 596681 w 4471416"/>
              <a:gd name="connsiteY0" fmla="*/ 312066 h 3160398"/>
              <a:gd name="connsiteX1" fmla="*/ 596681 w 4471416"/>
              <a:gd name="connsiteY1" fmla="*/ 612069 h 3160398"/>
              <a:gd name="connsiteX2" fmla="*/ 896684 w 4471416"/>
              <a:gd name="connsiteY2" fmla="*/ 612069 h 3160398"/>
              <a:gd name="connsiteX3" fmla="*/ 896684 w 4471416"/>
              <a:gd name="connsiteY3" fmla="*/ 312066 h 3160398"/>
              <a:gd name="connsiteX4" fmla="*/ 597787 w 4471416"/>
              <a:gd name="connsiteY4" fmla="*/ 0 h 3160398"/>
              <a:gd name="connsiteX5" fmla="*/ 4471416 w 4471416"/>
              <a:gd name="connsiteY5" fmla="*/ 0 h 3160398"/>
              <a:gd name="connsiteX6" fmla="*/ 4471416 w 4471416"/>
              <a:gd name="connsiteY6" fmla="*/ 3160398 h 3160398"/>
              <a:gd name="connsiteX7" fmla="*/ 3890161 w 4471416"/>
              <a:gd name="connsiteY7" fmla="*/ 3160398 h 3160398"/>
              <a:gd name="connsiteX8" fmla="*/ 3890161 w 4471416"/>
              <a:gd name="connsiteY8" fmla="*/ 2859839 h 3160398"/>
              <a:gd name="connsiteX9" fmla="*/ 4190164 w 4471416"/>
              <a:gd name="connsiteY9" fmla="*/ 2859839 h 3160398"/>
              <a:gd name="connsiteX10" fmla="*/ 4190164 w 4471416"/>
              <a:gd name="connsiteY10" fmla="*/ 2559836 h 3160398"/>
              <a:gd name="connsiteX11" fmla="*/ 3890161 w 4471416"/>
              <a:gd name="connsiteY11" fmla="*/ 2559836 h 3160398"/>
              <a:gd name="connsiteX12" fmla="*/ 3890161 w 4471416"/>
              <a:gd name="connsiteY12" fmla="*/ 2858505 h 3160398"/>
              <a:gd name="connsiteX13" fmla="*/ 3598648 w 4471416"/>
              <a:gd name="connsiteY13" fmla="*/ 2858505 h 3160398"/>
              <a:gd name="connsiteX14" fmla="*/ 3598648 w 4471416"/>
              <a:gd name="connsiteY14" fmla="*/ 2558438 h 3160398"/>
              <a:gd name="connsiteX15" fmla="*/ 0 w 4471416"/>
              <a:gd name="connsiteY15" fmla="*/ 2558438 h 3160398"/>
              <a:gd name="connsiteX16" fmla="*/ 0 w 4471416"/>
              <a:gd name="connsiteY16" fmla="*/ 310271 h 3160398"/>
              <a:gd name="connsiteX17" fmla="*/ 600007 w 4471416"/>
              <a:gd name="connsiteY17" fmla="*/ 310271 h 3160398"/>
              <a:gd name="connsiteX18" fmla="*/ 600007 w 4471416"/>
              <a:gd name="connsiteY18" fmla="*/ 13859 h 3160398"/>
              <a:gd name="connsiteX19" fmla="*/ 597787 w 4471416"/>
              <a:gd name="connsiteY19" fmla="*/ 13859 h 3160398"/>
            </a:gdLst>
            <a:rect l="l" t="t" r="r" b="b"/>
            <a:pathLst>
              <a:path w="4471416" h="3160398">
                <a:moveTo>
                  <a:pt x="596681" y="312066"/>
                </a:moveTo>
                <a:lnTo>
                  <a:pt x="596681" y="612069"/>
                </a:lnTo>
                <a:lnTo>
                  <a:pt x="896684" y="612069"/>
                </a:lnTo>
                <a:lnTo>
                  <a:pt x="896684" y="312066"/>
                </a:lnTo>
                <a:close/>
                <a:moveTo>
                  <a:pt x="597787" y="0"/>
                </a:moveTo>
                <a:lnTo>
                  <a:pt x="4471416" y="0"/>
                </a:lnTo>
                <a:lnTo>
                  <a:pt x="4471416" y="3160398"/>
                </a:lnTo>
                <a:lnTo>
                  <a:pt x="3890161" y="3160398"/>
                </a:lnTo>
                <a:lnTo>
                  <a:pt x="3890161" y="2859839"/>
                </a:lnTo>
                <a:lnTo>
                  <a:pt x="4190164" y="2859839"/>
                </a:lnTo>
                <a:lnTo>
                  <a:pt x="4190164" y="2559836"/>
                </a:lnTo>
                <a:lnTo>
                  <a:pt x="3890161" y="2559836"/>
                </a:lnTo>
                <a:lnTo>
                  <a:pt x="3890161" y="2858505"/>
                </a:lnTo>
                <a:lnTo>
                  <a:pt x="3598648" y="2858505"/>
                </a:lnTo>
                <a:lnTo>
                  <a:pt x="3598648" y="2558438"/>
                </a:lnTo>
                <a:lnTo>
                  <a:pt x="0" y="2558438"/>
                </a:lnTo>
                <a:lnTo>
                  <a:pt x="0" y="310271"/>
                </a:lnTo>
                <a:lnTo>
                  <a:pt x="600007" y="310271"/>
                </a:lnTo>
                <a:lnTo>
                  <a:pt x="600007" y="13859"/>
                </a:lnTo>
                <a:lnTo>
                  <a:pt x="597787" y="13859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A747CD2-977A-C2B6-435C-39268A8098F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717537" y="2659717"/>
            <a:ext cx="3483863" cy="35564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11B188B-0B3A-3512-4453-59389A5C951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717537" y="3033584"/>
            <a:ext cx="3483863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771B411-20B0-D167-A8BA-702B7F1C030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7717537" y="6088717"/>
            <a:ext cx="3483863" cy="35564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E4E45B5-2B3B-EFFB-75C0-9B5491F50FF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7717537" y="6462584"/>
            <a:ext cx="3483863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A9DD9072-F37A-FF8E-7B96-042813868F9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647606"/>
            <a:ext cx="5003800" cy="1014866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>
              <a:buNone/>
              <a:defRPr sz="8000" b="1" i="0" spc="-15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1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835F0AF-53E8-D9F4-49FA-5DE0AF59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1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340B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pic>
        <p:nvPicPr>
          <p:cNvPr id="4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9d9ff9b6049da">
            <a:extLst>
              <a:ext uri="{96DAC541-7B7A-43D3-8B79-37D633B846F1}">
                <asvg:svgBlip xmlns:asvg="http://schemas.microsoft.com/office/drawing/2016/SVG/main" r:embed="Rab0ce9b33d78463a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5900063"/>
            <a:ext cx="1402080" cy="457199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4.xml><?xml version="1.0" encoding="utf-8"?>
<p:sldLayout xmlns:p="http://schemas.openxmlformats.org/presentationml/2006/main" showMasterSp="0" preserve="1" userDrawn="1">
  <p:cSld name="Team Photos-orang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icture Placeholder 55">
            <a:extLst xmlns:a="http://schemas.openxmlformats.org/drawingml/2006/main">
              <a:ext uri="{FF2B5EF4-FFF2-40B4-BE49-F238E27FC236}">
                <a16:creationId xmlns:a16="http://schemas.microsoft.com/office/drawing/2014/main" id="{9366387F-1731-5BA1-F6CF-FD4513AE2B02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2967228" y="1711220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7103 w 1618488"/>
              <a:gd name="connsiteY5" fmla="*/ 1618488 h 1618488"/>
              <a:gd name="connsiteX6" fmla="*/ 297103 w 1618488"/>
              <a:gd name="connsiteY6" fmla="*/ 1471283 h 1618488"/>
              <a:gd name="connsiteX7" fmla="*/ 149898 w 1618488"/>
              <a:gd name="connsiteY7" fmla="*/ 1471283 h 1618488"/>
              <a:gd name="connsiteX8" fmla="*/ 149898 w 1618488"/>
              <a:gd name="connsiteY8" fmla="*/ 1618488 h 1618488"/>
              <a:gd name="connsiteX9" fmla="*/ 0 w 1618488"/>
              <a:gd name="connsiteY9" fmla="*/ 1618488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7103" y="1618488"/>
                </a:lnTo>
                <a:lnTo>
                  <a:pt x="297103" y="1471283"/>
                </a:lnTo>
                <a:lnTo>
                  <a:pt x="149898" y="1471283"/>
                </a:lnTo>
                <a:lnTo>
                  <a:pt x="149898" y="1618488"/>
                </a:lnTo>
                <a:lnTo>
                  <a:pt x="0" y="1618488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58" name="Picture Placeholder 57">
            <a:extLst xmlns:a="http://schemas.openxmlformats.org/drawingml/2006/main">
              <a:ext uri="{FF2B5EF4-FFF2-40B4-BE49-F238E27FC236}">
                <a16:creationId xmlns:a16="http://schemas.microsoft.com/office/drawing/2014/main" id="{97D46CF3-7CCF-1E60-1BB1-4C02697C18C5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286756" y="1711220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618488 h 1618488"/>
              <a:gd name="connsiteX3" fmla="*/ 1464830 w 1618488"/>
              <a:gd name="connsiteY3" fmla="*/ 1618488 h 1618488"/>
              <a:gd name="connsiteX4" fmla="*/ 1464830 w 1618488"/>
              <a:gd name="connsiteY4" fmla="*/ 1471283 h 1618488"/>
              <a:gd name="connsiteX5" fmla="*/ 1317625 w 1618488"/>
              <a:gd name="connsiteY5" fmla="*/ 1471283 h 1618488"/>
              <a:gd name="connsiteX6" fmla="*/ 1317625 w 1618488"/>
              <a:gd name="connsiteY6" fmla="*/ 1618488 h 1618488"/>
              <a:gd name="connsiteX7" fmla="*/ 0 w 1618488"/>
              <a:gd name="connsiteY7" fmla="*/ 1618488 h 1618488"/>
              <a:gd name="connsiteX8" fmla="*/ 0 w 1618488"/>
              <a:gd name="connsiteY8" fmla="*/ 147205 h 1618488"/>
              <a:gd name="connsiteX9" fmla="*/ 147205 w 1618488"/>
              <a:gd name="connsiteY9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618488"/>
                </a:lnTo>
                <a:lnTo>
                  <a:pt x="1464830" y="1618488"/>
                </a:lnTo>
                <a:lnTo>
                  <a:pt x="1464830" y="1471283"/>
                </a:lnTo>
                <a:lnTo>
                  <a:pt x="1317625" y="1471283"/>
                </a:lnTo>
                <a:lnTo>
                  <a:pt x="1317625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3" name="Picture Placeholder 62">
            <a:extLst xmlns:a="http://schemas.openxmlformats.org/drawingml/2006/main">
              <a:ext uri="{FF2B5EF4-FFF2-40B4-BE49-F238E27FC236}">
                <a16:creationId xmlns:a16="http://schemas.microsoft.com/office/drawing/2014/main" id="{BE7CB4A2-4B09-FE21-8A60-0E6D7C5A3670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1844686" y="4262909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6" name="Picture Placeholder 65">
            <a:extLst xmlns:a="http://schemas.openxmlformats.org/drawingml/2006/main">
              <a:ext uri="{FF2B5EF4-FFF2-40B4-BE49-F238E27FC236}">
                <a16:creationId xmlns:a16="http://schemas.microsoft.com/office/drawing/2014/main" id="{3F68F1D3-A542-689C-5BA2-B3F65EED79FC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4221965" y="4262909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2283 w 1618488"/>
              <a:gd name="connsiteY5" fmla="*/ 1618488 h 1618488"/>
              <a:gd name="connsiteX6" fmla="*/ 292283 w 1618488"/>
              <a:gd name="connsiteY6" fmla="*/ 1471283 h 1618488"/>
              <a:gd name="connsiteX7" fmla="*/ 145078 w 1618488"/>
              <a:gd name="connsiteY7" fmla="*/ 1471283 h 1618488"/>
              <a:gd name="connsiteX8" fmla="*/ 145078 w 1618488"/>
              <a:gd name="connsiteY8" fmla="*/ 1618488 h 1618488"/>
              <a:gd name="connsiteX9" fmla="*/ 0 w 1618488"/>
              <a:gd name="connsiteY9" fmla="*/ 1618488 h 1618488"/>
              <a:gd name="connsiteX10" fmla="*/ 0 w 1618488"/>
              <a:gd name="connsiteY10" fmla="*/ 1469158 h 1618488"/>
              <a:gd name="connsiteX11" fmla="*/ 147204 w 1618488"/>
              <a:gd name="connsiteY11" fmla="*/ 1469158 h 1618488"/>
              <a:gd name="connsiteX12" fmla="*/ 147204 w 1618488"/>
              <a:gd name="connsiteY12" fmla="*/ 1321953 h 1618488"/>
              <a:gd name="connsiteX13" fmla="*/ 0 w 1618488"/>
              <a:gd name="connsiteY13" fmla="*/ 1321953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2283" y="1618488"/>
                </a:lnTo>
                <a:lnTo>
                  <a:pt x="292283" y="1471283"/>
                </a:lnTo>
                <a:lnTo>
                  <a:pt x="145078" y="1471283"/>
                </a:lnTo>
                <a:lnTo>
                  <a:pt x="145078" y="1618488"/>
                </a:lnTo>
                <a:lnTo>
                  <a:pt x="0" y="1618488"/>
                </a:lnTo>
                <a:lnTo>
                  <a:pt x="0" y="1469158"/>
                </a:lnTo>
                <a:lnTo>
                  <a:pt x="147204" y="1469158"/>
                </a:lnTo>
                <a:lnTo>
                  <a:pt x="147204" y="1321953"/>
                </a:lnTo>
                <a:lnTo>
                  <a:pt x="0" y="1321953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8EFA35-6731-4F3D-E745-9BD2051525B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59" name="Picture Placeholder 58">
            <a:extLst xmlns:a="http://schemas.openxmlformats.org/drawingml/2006/main">
              <a:ext uri="{FF2B5EF4-FFF2-40B4-BE49-F238E27FC236}">
                <a16:creationId xmlns:a16="http://schemas.microsoft.com/office/drawing/2014/main" id="{3D75D933-0AEC-8E20-2208-13BCA8958D9B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9925812" y="1711220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618488 h 1618488"/>
              <a:gd name="connsiteX3" fmla="*/ 1464830 w 1618488"/>
              <a:gd name="connsiteY3" fmla="*/ 1618488 h 1618488"/>
              <a:gd name="connsiteX4" fmla="*/ 1464830 w 1618488"/>
              <a:gd name="connsiteY4" fmla="*/ 1471283 h 1618488"/>
              <a:gd name="connsiteX5" fmla="*/ 1317625 w 1618488"/>
              <a:gd name="connsiteY5" fmla="*/ 1471283 h 1618488"/>
              <a:gd name="connsiteX6" fmla="*/ 1317625 w 1618488"/>
              <a:gd name="connsiteY6" fmla="*/ 1618488 h 1618488"/>
              <a:gd name="connsiteX7" fmla="*/ 0 w 1618488"/>
              <a:gd name="connsiteY7" fmla="*/ 1618488 h 1618488"/>
              <a:gd name="connsiteX8" fmla="*/ 0 w 1618488"/>
              <a:gd name="connsiteY8" fmla="*/ 147205 h 1618488"/>
              <a:gd name="connsiteX9" fmla="*/ 147205 w 1618488"/>
              <a:gd name="connsiteY9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618488"/>
                </a:lnTo>
                <a:lnTo>
                  <a:pt x="1464830" y="1618488"/>
                </a:lnTo>
                <a:lnTo>
                  <a:pt x="1464830" y="1471283"/>
                </a:lnTo>
                <a:lnTo>
                  <a:pt x="1317625" y="1471283"/>
                </a:lnTo>
                <a:lnTo>
                  <a:pt x="1317625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0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718365BF-5CD4-428D-A6FC-D404D6BFC997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7606284" y="1711220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7103 w 1618488"/>
              <a:gd name="connsiteY5" fmla="*/ 1618488 h 1618488"/>
              <a:gd name="connsiteX6" fmla="*/ 297103 w 1618488"/>
              <a:gd name="connsiteY6" fmla="*/ 1471283 h 1618488"/>
              <a:gd name="connsiteX7" fmla="*/ 149898 w 1618488"/>
              <a:gd name="connsiteY7" fmla="*/ 1471283 h 1618488"/>
              <a:gd name="connsiteX8" fmla="*/ 149898 w 1618488"/>
              <a:gd name="connsiteY8" fmla="*/ 1618488 h 1618488"/>
              <a:gd name="connsiteX9" fmla="*/ 0 w 1618488"/>
              <a:gd name="connsiteY9" fmla="*/ 1618488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7103" y="1618488"/>
                </a:lnTo>
                <a:lnTo>
                  <a:pt x="297103" y="1471283"/>
                </a:lnTo>
                <a:lnTo>
                  <a:pt x="149898" y="1471283"/>
                </a:lnTo>
                <a:lnTo>
                  <a:pt x="149898" y="1618488"/>
                </a:lnTo>
                <a:lnTo>
                  <a:pt x="0" y="1618488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7" name="Picture Placeholder 66">
            <a:extLst xmlns:a="http://schemas.openxmlformats.org/drawingml/2006/main">
              <a:ext uri="{FF2B5EF4-FFF2-40B4-BE49-F238E27FC236}">
                <a16:creationId xmlns:a16="http://schemas.microsoft.com/office/drawing/2014/main" id="{09C72878-2822-C899-7703-95FAB01A6CEF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6599244" y="4262909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8" name="Picture Placeholder 67">
            <a:extLst xmlns:a="http://schemas.openxmlformats.org/drawingml/2006/main">
              <a:ext uri="{FF2B5EF4-FFF2-40B4-BE49-F238E27FC236}">
                <a16:creationId xmlns:a16="http://schemas.microsoft.com/office/drawing/2014/main" id="{71E38E86-F889-49A1-C955-DDE68167FCCD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8976523" y="4262909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2283 w 1618488"/>
              <a:gd name="connsiteY5" fmla="*/ 1618488 h 1618488"/>
              <a:gd name="connsiteX6" fmla="*/ 292283 w 1618488"/>
              <a:gd name="connsiteY6" fmla="*/ 1471283 h 1618488"/>
              <a:gd name="connsiteX7" fmla="*/ 145078 w 1618488"/>
              <a:gd name="connsiteY7" fmla="*/ 1471283 h 1618488"/>
              <a:gd name="connsiteX8" fmla="*/ 145078 w 1618488"/>
              <a:gd name="connsiteY8" fmla="*/ 1618488 h 1618488"/>
              <a:gd name="connsiteX9" fmla="*/ 0 w 1618488"/>
              <a:gd name="connsiteY9" fmla="*/ 1618488 h 1618488"/>
              <a:gd name="connsiteX10" fmla="*/ 0 w 1618488"/>
              <a:gd name="connsiteY10" fmla="*/ 1469158 h 1618488"/>
              <a:gd name="connsiteX11" fmla="*/ 147204 w 1618488"/>
              <a:gd name="connsiteY11" fmla="*/ 1469158 h 1618488"/>
              <a:gd name="connsiteX12" fmla="*/ 147204 w 1618488"/>
              <a:gd name="connsiteY12" fmla="*/ 1321953 h 1618488"/>
              <a:gd name="connsiteX13" fmla="*/ 0 w 1618488"/>
              <a:gd name="connsiteY13" fmla="*/ 1321953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2283" y="1618488"/>
                </a:lnTo>
                <a:lnTo>
                  <a:pt x="292283" y="1471283"/>
                </a:lnTo>
                <a:lnTo>
                  <a:pt x="145078" y="1471283"/>
                </a:lnTo>
                <a:lnTo>
                  <a:pt x="145078" y="1618488"/>
                </a:lnTo>
                <a:lnTo>
                  <a:pt x="0" y="1618488"/>
                </a:lnTo>
                <a:lnTo>
                  <a:pt x="0" y="1469158"/>
                </a:lnTo>
                <a:lnTo>
                  <a:pt x="147204" y="1469158"/>
                </a:lnTo>
                <a:lnTo>
                  <a:pt x="147204" y="1321953"/>
                </a:lnTo>
                <a:lnTo>
                  <a:pt x="0" y="1321953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5EC73FF-8AD8-D46B-84CB-0EAFA4918846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379841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0C2D8E7-B31D-B5AA-B910-64CA8E0925AB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79841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4" name="Picture Placeholder 53">
            <a:extLst xmlns:a="http://schemas.openxmlformats.org/drawingml/2006/main">
              <a:ext uri="{FF2B5EF4-FFF2-40B4-BE49-F238E27FC236}">
                <a16:creationId xmlns:a16="http://schemas.microsoft.com/office/drawing/2014/main" id="{9EE3DC73-2512-62FB-DCDC-68F87A9FC23B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647700" y="1711220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618488 h 1618488"/>
              <a:gd name="connsiteX3" fmla="*/ 1464830 w 1618488"/>
              <a:gd name="connsiteY3" fmla="*/ 1618488 h 1618488"/>
              <a:gd name="connsiteX4" fmla="*/ 1464830 w 1618488"/>
              <a:gd name="connsiteY4" fmla="*/ 1471283 h 1618488"/>
              <a:gd name="connsiteX5" fmla="*/ 1317625 w 1618488"/>
              <a:gd name="connsiteY5" fmla="*/ 1471283 h 1618488"/>
              <a:gd name="connsiteX6" fmla="*/ 1317625 w 1618488"/>
              <a:gd name="connsiteY6" fmla="*/ 1618488 h 1618488"/>
              <a:gd name="connsiteX7" fmla="*/ 0 w 1618488"/>
              <a:gd name="connsiteY7" fmla="*/ 1618488 h 1618488"/>
              <a:gd name="connsiteX8" fmla="*/ 0 w 1618488"/>
              <a:gd name="connsiteY8" fmla="*/ 147205 h 1618488"/>
              <a:gd name="connsiteX9" fmla="*/ 147205 w 1618488"/>
              <a:gd name="connsiteY9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618488"/>
                </a:lnTo>
                <a:lnTo>
                  <a:pt x="1464830" y="1618488"/>
                </a:lnTo>
                <a:lnTo>
                  <a:pt x="1464830" y="1471283"/>
                </a:lnTo>
                <a:lnTo>
                  <a:pt x="1317625" y="1471283"/>
                </a:lnTo>
                <a:lnTo>
                  <a:pt x="1317625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2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06E42B6-AC96-0E0E-8962-E97D097F30B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2697014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6194EF8-3B58-2EB7-181D-84EB7E0CA2E7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2697014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FFA2455-68DA-ECF9-8D1C-D1D7DBF366DD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5116815" y="3406837"/>
            <a:ext cx="1958371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4650455-C5A1-D3F2-EE90-EDB060E072AF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5116815" y="3665641"/>
            <a:ext cx="1958371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3BD9D4D-9C7A-E105-B788-6EB78222D487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7336069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1FA9447-797C-707A-BEDF-FD2B6D35B241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7336069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7DDA1868-329D-373A-0A54-58FB5D4BFE03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9653242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A55E832-0430-C4DA-2EDB-24091F435F2E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9653242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4705317-90A6-3A1B-9E29-F484C2A4189E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577796" y="596300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6395E6A-D5BD-CCDD-0CD0-616D25F26409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577796" y="622180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385FD8A1-08CA-2923-86C1-9D4517BC40CD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3957314" y="597201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BE2340E-295C-D716-98CC-F201EA2F833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3957314" y="623081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453088C-DB9E-7188-4674-B7339CB82861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6325980" y="596300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468F382-2017-6A90-5E91-53DB2DAB4B24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6325980" y="622180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F729790-8694-10B1-9832-49108753177B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8705960" y="596300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20FE1FE-1D9C-59DB-385B-64C4C1FA6ADB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8705960" y="622180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07A0E7F-52A6-0955-3946-480D6910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1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340B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pic>
        <p:nvPicPr>
          <p:cNvPr id="9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ae2a674b64136">
            <a:extLst>
              <a:ext uri="{96DAC541-7B7A-43D3-8B79-37D633B846F1}">
                <asvg:svgBlip xmlns:asvg="http://schemas.microsoft.com/office/drawing/2016/SVG/main" r:embed="Rdfa2da7aab2640e0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5.xml><?xml version="1.0" encoding="utf-8"?>
<p:sldLayout xmlns:p="http://schemas.openxmlformats.org/presentationml/2006/main" showMasterSp="0" preserve="1" userDrawn="1">
  <p:cSld name="Title-Blocks + Photo-orang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4B4AED13-CDCA-35B1-2C9E-097B1E2C393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169848" y="0"/>
            <a:ext cx="7022152" cy="6858000"/>
          </a:xfrm>
          <a:custGeom xmlns:a="http://schemas.openxmlformats.org/drawingml/2006/main">
            <a:gdLst>
              <a:gd name="connsiteX0" fmla="*/ 0 w 7022152"/>
              <a:gd name="connsiteY0" fmla="*/ 1720850 h 6858000"/>
              <a:gd name="connsiteX1" fmla="*/ 855133 w 7022152"/>
              <a:gd name="connsiteY1" fmla="*/ 1720850 h 6858000"/>
              <a:gd name="connsiteX2" fmla="*/ 855133 w 7022152"/>
              <a:gd name="connsiteY2" fmla="*/ 2578100 h 6858000"/>
              <a:gd name="connsiteX3" fmla="*/ 0 w 7022152"/>
              <a:gd name="connsiteY3" fmla="*/ 2578100 h 6858000"/>
              <a:gd name="connsiteX4" fmla="*/ 2565400 w 7022152"/>
              <a:gd name="connsiteY4" fmla="*/ 0 h 6858000"/>
              <a:gd name="connsiteX5" fmla="*/ 7022152 w 7022152"/>
              <a:gd name="connsiteY5" fmla="*/ 0 h 6858000"/>
              <a:gd name="connsiteX6" fmla="*/ 7022152 w 7022152"/>
              <a:gd name="connsiteY6" fmla="*/ 6858000 h 6858000"/>
              <a:gd name="connsiteX7" fmla="*/ 1710267 w 7022152"/>
              <a:gd name="connsiteY7" fmla="*/ 6858000 h 6858000"/>
              <a:gd name="connsiteX8" fmla="*/ 1710267 w 7022152"/>
              <a:gd name="connsiteY8" fmla="*/ 3435350 h 6858000"/>
              <a:gd name="connsiteX9" fmla="*/ 855133 w 7022152"/>
              <a:gd name="connsiteY9" fmla="*/ 3435350 h 6858000"/>
              <a:gd name="connsiteX10" fmla="*/ 855133 w 7022152"/>
              <a:gd name="connsiteY10" fmla="*/ 2578100 h 6858000"/>
              <a:gd name="connsiteX11" fmla="*/ 1710267 w 7022152"/>
              <a:gd name="connsiteY11" fmla="*/ 2578100 h 6858000"/>
              <a:gd name="connsiteX12" fmla="*/ 1710267 w 7022152"/>
              <a:gd name="connsiteY12" fmla="*/ 857250 h 6858000"/>
              <a:gd name="connsiteX13" fmla="*/ 2565400 w 7022152"/>
              <a:gd name="connsiteY13" fmla="*/ 857250 h 6858000"/>
            </a:gdLst>
            <a:rect l="l" t="t" r="r" b="b"/>
            <a:pathLst>
              <a:path w="7022152" h="6858000">
                <a:moveTo>
                  <a:pt x="0" y="1720850"/>
                </a:moveTo>
                <a:lnTo>
                  <a:pt x="855133" y="1720850"/>
                </a:lnTo>
                <a:lnTo>
                  <a:pt x="855133" y="2578100"/>
                </a:lnTo>
                <a:lnTo>
                  <a:pt x="0" y="2578100"/>
                </a:lnTo>
                <a:close/>
                <a:moveTo>
                  <a:pt x="2565400" y="0"/>
                </a:moveTo>
                <a:lnTo>
                  <a:pt x="7022152" y="0"/>
                </a:lnTo>
                <a:lnTo>
                  <a:pt x="7022152" y="6858000"/>
                </a:lnTo>
                <a:lnTo>
                  <a:pt x="1710267" y="6858000"/>
                </a:lnTo>
                <a:lnTo>
                  <a:pt x="1710267" y="3435350"/>
                </a:lnTo>
                <a:lnTo>
                  <a:pt x="855133" y="3435350"/>
                </a:lnTo>
                <a:lnTo>
                  <a:pt x="855133" y="2578100"/>
                </a:lnTo>
                <a:lnTo>
                  <a:pt x="1710267" y="2578100"/>
                </a:lnTo>
                <a:lnTo>
                  <a:pt x="1710267" y="857250"/>
                </a:lnTo>
                <a:lnTo>
                  <a:pt x="2565400" y="8572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/>
          <a:p xmlns:a="http://schemas.openxmlformats.org/drawingml/2006/main">
            <a:r>
              <a:t>Click to add picture, then send to back</a:t>
            </a:r>
          </a:p>
        </p:txBody>
      </p:sp>
      <p:sp>
        <p:nvSpPr>
          <p:cNvPr id="2" name="Rectangle">
            <a:extLst xmlns:a="http://schemas.openxmlformats.org/drawingml/2006/main">
              <a:ext uri="{FF2B5EF4-FFF2-40B4-BE49-F238E27FC236}">
                <a16:creationId xmlns:a16="http://schemas.microsoft.com/office/drawing/2014/main" id="{F50185D1-C33F-ABCD-523E-528059B2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CE9DEE45-DBCD-566B-1602-2173532DE97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10331" y="2597215"/>
            <a:ext cx="5485669" cy="154510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algn="l">
              <a:buNone/>
              <a:defRPr sz="6000" spc="-15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077C508-2AAF-98DE-E2EB-C7149E85202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10331" y="4285794"/>
            <a:ext cx="5485669" cy="29392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2" name="Presentation subtitle goes here.">
            <a:extLst xmlns:a="http://schemas.openxmlformats.org/drawingml/2006/main">
              <a:ext uri="{FF2B5EF4-FFF2-40B4-BE49-F238E27FC236}">
                <a16:creationId xmlns:a16="http://schemas.microsoft.com/office/drawing/2014/main" id="{2489F96D-2FDD-499D-A18A-9348A0F0171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10331" y="5850764"/>
            <a:ext cx="5510631" cy="630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ts val="1000"/>
              </a:lnSpc>
              <a:spcBef>
                <a:spcPts val="0"/>
              </a:spcBef>
              <a:buNone/>
              <a:tabLst>
                <a:tab pos="2222500" algn="l"/>
              </a:tabLst>
              <a:defRPr sz="1000" spc="-25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Presentation subtitle goes here.</a:t>
            </a:r>
          </a:p>
        </p:txBody>
      </p:sp>
      <p:pic>
        <p:nvPicPr>
          <p:cNvPr id="2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68c6ef4984697">
            <a:extLst>
              <a:ext uri="{96DAC541-7B7A-43D3-8B79-37D633B846F1}">
                <asvg:svgBlip xmlns:asvg="http://schemas.microsoft.com/office/drawing/2016/SVG/main" r:embed="R3cbc230e956d4e6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463370"/>
            <a:ext cx="1402080" cy="457199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6.xml><?xml version="1.0" encoding="utf-8"?>
<p:sldLayout xmlns:p="http://schemas.openxmlformats.org/presentationml/2006/main" showMasterSp="0" preserve="1">
  <p:cSld name="Title Slide-teal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0376C9-2356-22A6-5441-84E77464B55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41470" y="2835689"/>
            <a:ext cx="8829198" cy="154510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6000" spc="-15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4FD67D-7BA3-C2D7-4395-16F69E74CF6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41470" y="4574120"/>
            <a:ext cx="8829198" cy="9144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2000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AC9DB8C-7C81-2D3D-8CC6-184CFE174A5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41349" y="5981700"/>
            <a:ext cx="5400000" cy="34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800">
                <a:solidFill>
                  <a:srgbClr val="1E648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pic>
        <p:nvPicPr>
          <p:cNvPr id="22" name="Graphic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c3d043d3146d3">
            <a:extLst>
              <a:ext uri="{96DAC541-7B7A-43D3-8B79-37D633B846F1}">
                <asvg:svgBlip xmlns:asvg="http://schemas.microsoft.com/office/drawing/2016/SVG/main" r:embed="R1ae6103b564a46ff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02" y="190499"/>
            <a:ext cx="1817992" cy="1217406"/>
          </a:xfrm>
          <a:prstGeom xmlns:a="http://schemas.openxmlformats.org/drawingml/2006/main" prst="rect">
            <a:avLst/>
          </a:prstGeom>
        </p:spPr>
      </p:pic>
      <p:pic>
        <p:nvPicPr>
          <p:cNvPr id="23" name="Graphic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6c6d499a542e7">
            <a:extLst>
              <a:ext uri="{96DAC541-7B7A-43D3-8B79-37D633B846F1}">
                <asvg:svgBlip xmlns:asvg="http://schemas.microsoft.com/office/drawing/2016/SVG/main" r:embed="R7dffc703bc224beb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08304" y="5450094"/>
            <a:ext cx="1817992" cy="1217405"/>
          </a:xfrm>
          <a:prstGeom xmlns:a="http://schemas.openxmlformats.org/drawingml/2006/main" prst="rect">
            <a:avLst/>
          </a:prstGeom>
        </p:spPr>
      </p:pic>
      <p:sp>
        <p:nvSpPr>
          <p:cNvPr id="10" name="Rectangle">
            <a:extLst xmlns:a="http://schemas.openxmlformats.org/drawingml/2006/main">
              <a:ext uri="{FF2B5EF4-FFF2-40B4-BE49-F238E27FC236}">
                <a16:creationId xmlns:a16="http://schemas.microsoft.com/office/drawing/2014/main" id="{6A767FB4-BDE1-7C2F-DD81-6D0DF373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pic>
        <p:nvPicPr>
          <p:cNvPr id="2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49462e35c42db">
            <a:extLst>
              <a:ext uri="{96DAC541-7B7A-43D3-8B79-37D633B846F1}">
                <asvg:svgBlip xmlns:asvg="http://schemas.microsoft.com/office/drawing/2016/SVG/main" r:embed="Rec92e842620c4fb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32003" y="434072"/>
            <a:ext cx="1497676" cy="488372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7.xml><?xml version="1.0" encoding="utf-8"?>
<p:sldLayout xmlns:p="http://schemas.openxmlformats.org/presentationml/2006/main" showMasterSp="0" preserve="1" userDrawn="1">
  <p:cSld name="One speaker-teal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C306C4-9D9A-0CEC-CCAF-2A2D5F1B089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414134"/>
            <a:ext cx="5003800" cy="1014866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>
              <a:buNone/>
              <a:defRPr sz="8000" b="1" i="0" spc="-15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B989B780-4E34-2459-5DD7-243F25DBCF5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6096000" y="836676"/>
            <a:ext cx="5184648" cy="5184648"/>
          </a:xfrm>
          <a:custGeom xmlns:a="http://schemas.openxmlformats.org/drawingml/2006/main">
            <a:gdLst>
              <a:gd name="connsiteX0" fmla="*/ 451104 w 5184648"/>
              <a:gd name="connsiteY0" fmla="*/ 0 h 5184648"/>
              <a:gd name="connsiteX1" fmla="*/ 5184648 w 5184648"/>
              <a:gd name="connsiteY1" fmla="*/ 0 h 5184648"/>
              <a:gd name="connsiteX2" fmla="*/ 5184648 w 5184648"/>
              <a:gd name="connsiteY2" fmla="*/ 4282313 h 5184648"/>
              <a:gd name="connsiteX3" fmla="*/ 4733544 w 5184648"/>
              <a:gd name="connsiteY3" fmla="*/ 4282313 h 5184648"/>
              <a:gd name="connsiteX4" fmla="*/ 4733544 w 5184648"/>
              <a:gd name="connsiteY4" fmla="*/ 4733417 h 5184648"/>
              <a:gd name="connsiteX5" fmla="*/ 5184648 w 5184648"/>
              <a:gd name="connsiteY5" fmla="*/ 4733417 h 5184648"/>
              <a:gd name="connsiteX6" fmla="*/ 5184648 w 5184648"/>
              <a:gd name="connsiteY6" fmla="*/ 5184648 h 5184648"/>
              <a:gd name="connsiteX7" fmla="*/ 4733544 w 5184648"/>
              <a:gd name="connsiteY7" fmla="*/ 5184648 h 5184648"/>
              <a:gd name="connsiteX8" fmla="*/ 4733544 w 5184648"/>
              <a:gd name="connsiteY8" fmla="*/ 4733544 h 5184648"/>
              <a:gd name="connsiteX9" fmla="*/ 4282440 w 5184648"/>
              <a:gd name="connsiteY9" fmla="*/ 4733544 h 5184648"/>
              <a:gd name="connsiteX10" fmla="*/ 4282440 w 5184648"/>
              <a:gd name="connsiteY10" fmla="*/ 5184648 h 5184648"/>
              <a:gd name="connsiteX11" fmla="*/ 0 w 5184648"/>
              <a:gd name="connsiteY11" fmla="*/ 5184648 h 5184648"/>
              <a:gd name="connsiteX12" fmla="*/ 0 w 5184648"/>
              <a:gd name="connsiteY12" fmla="*/ 451104 h 5184648"/>
              <a:gd name="connsiteX13" fmla="*/ 451104 w 5184648"/>
              <a:gd name="connsiteY13" fmla="*/ 451104 h 5184648"/>
            </a:gdLst>
            <a:rect l="l" t="t" r="r" b="b"/>
            <a:pathLst>
              <a:path w="5184648" h="5184648">
                <a:moveTo>
                  <a:pt x="451104" y="0"/>
                </a:moveTo>
                <a:lnTo>
                  <a:pt x="5184648" y="0"/>
                </a:lnTo>
                <a:lnTo>
                  <a:pt x="5184648" y="4282313"/>
                </a:lnTo>
                <a:lnTo>
                  <a:pt x="4733544" y="4282313"/>
                </a:lnTo>
                <a:lnTo>
                  <a:pt x="4733544" y="4733417"/>
                </a:lnTo>
                <a:lnTo>
                  <a:pt x="5184648" y="4733417"/>
                </a:lnTo>
                <a:lnTo>
                  <a:pt x="5184648" y="5184648"/>
                </a:lnTo>
                <a:lnTo>
                  <a:pt x="4733544" y="5184648"/>
                </a:lnTo>
                <a:lnTo>
                  <a:pt x="4733544" y="4733544"/>
                </a:lnTo>
                <a:lnTo>
                  <a:pt x="4282440" y="4733544"/>
                </a:lnTo>
                <a:lnTo>
                  <a:pt x="4282440" y="5184648"/>
                </a:lnTo>
                <a:lnTo>
                  <a:pt x="0" y="5184648"/>
                </a:lnTo>
                <a:lnTo>
                  <a:pt x="0" y="451104"/>
                </a:lnTo>
                <a:lnTo>
                  <a:pt x="451104" y="451104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4EEDFA70-EAAE-836F-FE6C-677FFDA21DF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09600" y="3601185"/>
            <a:ext cx="5003800" cy="43033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3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66CB046-3633-4438-7782-8401F06780C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09600" y="4063089"/>
            <a:ext cx="5003800" cy="29392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017FE1F-9E0B-48D3-AF0B-61FD7148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1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pic>
        <p:nvPicPr>
          <p:cNvPr id="2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7f3e3016e4bcb">
            <a:extLst>
              <a:ext uri="{96DAC541-7B7A-43D3-8B79-37D633B846F1}">
                <asvg:svgBlip xmlns:asvg="http://schemas.microsoft.com/office/drawing/2016/SVG/main" r:embed="R836b91cf72b940f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5900063"/>
            <a:ext cx="1402080" cy="457199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8.xml><?xml version="1.0" encoding="utf-8"?>
<p:sldLayout xmlns:p="http://schemas.openxmlformats.org/presentationml/2006/main" showMasterSp="0" preserve="1" userDrawn="1">
  <p:cSld name="Two Speakers-teal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icture Placeholder 29">
            <a:extLst xmlns:a="http://schemas.openxmlformats.org/drawingml/2006/main">
              <a:ext uri="{FF2B5EF4-FFF2-40B4-BE49-F238E27FC236}">
                <a16:creationId xmlns:a16="http://schemas.microsoft.com/office/drawing/2014/main" id="{498DD797-078E-56E4-FAAA-D080D22746AC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7717537" y="0"/>
            <a:ext cx="4471416" cy="3429000"/>
          </a:xfrm>
          <a:custGeom xmlns:a="http://schemas.openxmlformats.org/drawingml/2006/main">
            <a:gdLst>
              <a:gd name="connsiteX0" fmla="*/ 596681 w 4471416"/>
              <a:gd name="connsiteY0" fmla="*/ 298207 h 3429000"/>
              <a:gd name="connsiteX1" fmla="*/ 596681 w 4471416"/>
              <a:gd name="connsiteY1" fmla="*/ 598210 h 3429000"/>
              <a:gd name="connsiteX2" fmla="*/ 896684 w 4471416"/>
              <a:gd name="connsiteY2" fmla="*/ 598210 h 3429000"/>
              <a:gd name="connsiteX3" fmla="*/ 896684 w 4471416"/>
              <a:gd name="connsiteY3" fmla="*/ 298207 h 3429000"/>
              <a:gd name="connsiteX4" fmla="*/ 600007 w 4471416"/>
              <a:gd name="connsiteY4" fmla="*/ 0 h 3429000"/>
              <a:gd name="connsiteX5" fmla="*/ 4471416 w 4471416"/>
              <a:gd name="connsiteY5" fmla="*/ 0 h 3429000"/>
              <a:gd name="connsiteX6" fmla="*/ 4471416 w 4471416"/>
              <a:gd name="connsiteY6" fmla="*/ 3429000 h 3429000"/>
              <a:gd name="connsiteX7" fmla="*/ 4461762 w 4471416"/>
              <a:gd name="connsiteY7" fmla="*/ 3429000 h 3429000"/>
              <a:gd name="connsiteX8" fmla="*/ 4461762 w 4471416"/>
              <a:gd name="connsiteY8" fmla="*/ 3146539 h 3429000"/>
              <a:gd name="connsiteX9" fmla="*/ 3866920 w 4471416"/>
              <a:gd name="connsiteY9" fmla="*/ 3146539 h 3429000"/>
              <a:gd name="connsiteX10" fmla="*/ 3866920 w 4471416"/>
              <a:gd name="connsiteY10" fmla="*/ 2845980 h 3429000"/>
              <a:gd name="connsiteX11" fmla="*/ 4166923 w 4471416"/>
              <a:gd name="connsiteY11" fmla="*/ 2845980 h 3429000"/>
              <a:gd name="connsiteX12" fmla="*/ 4166923 w 4471416"/>
              <a:gd name="connsiteY12" fmla="*/ 2545977 h 3429000"/>
              <a:gd name="connsiteX13" fmla="*/ 3866920 w 4471416"/>
              <a:gd name="connsiteY13" fmla="*/ 2545977 h 3429000"/>
              <a:gd name="connsiteX14" fmla="*/ 3866920 w 4471416"/>
              <a:gd name="connsiteY14" fmla="*/ 2844646 h 3429000"/>
              <a:gd name="connsiteX15" fmla="*/ 3598648 w 4471416"/>
              <a:gd name="connsiteY15" fmla="*/ 2844646 h 3429000"/>
              <a:gd name="connsiteX16" fmla="*/ 3598648 w 4471416"/>
              <a:gd name="connsiteY16" fmla="*/ 2545977 h 3429000"/>
              <a:gd name="connsiteX17" fmla="*/ 0 w 4471416"/>
              <a:gd name="connsiteY17" fmla="*/ 2545977 h 3429000"/>
              <a:gd name="connsiteX18" fmla="*/ 0 w 4471416"/>
              <a:gd name="connsiteY18" fmla="*/ 296412 h 3429000"/>
              <a:gd name="connsiteX19" fmla="*/ 600007 w 4471416"/>
              <a:gd name="connsiteY19" fmla="*/ 296412 h 3429000"/>
            </a:gdLst>
            <a:rect l="l" t="t" r="r" b="b"/>
            <a:pathLst>
              <a:path w="4471416" h="3429000">
                <a:moveTo>
                  <a:pt x="596681" y="298207"/>
                </a:moveTo>
                <a:lnTo>
                  <a:pt x="596681" y="598210"/>
                </a:lnTo>
                <a:lnTo>
                  <a:pt x="896684" y="598210"/>
                </a:lnTo>
                <a:lnTo>
                  <a:pt x="896684" y="298207"/>
                </a:lnTo>
                <a:close/>
                <a:moveTo>
                  <a:pt x="600007" y="0"/>
                </a:moveTo>
                <a:lnTo>
                  <a:pt x="4471416" y="0"/>
                </a:lnTo>
                <a:lnTo>
                  <a:pt x="4471416" y="3429000"/>
                </a:lnTo>
                <a:lnTo>
                  <a:pt x="4461762" y="3429000"/>
                </a:lnTo>
                <a:lnTo>
                  <a:pt x="4461762" y="3146539"/>
                </a:lnTo>
                <a:lnTo>
                  <a:pt x="3866920" y="3146539"/>
                </a:lnTo>
                <a:lnTo>
                  <a:pt x="3866920" y="2845980"/>
                </a:lnTo>
                <a:lnTo>
                  <a:pt x="4166923" y="2845980"/>
                </a:lnTo>
                <a:lnTo>
                  <a:pt x="4166923" y="2545977"/>
                </a:lnTo>
                <a:lnTo>
                  <a:pt x="3866920" y="2545977"/>
                </a:lnTo>
                <a:lnTo>
                  <a:pt x="3866920" y="2844646"/>
                </a:lnTo>
                <a:lnTo>
                  <a:pt x="3598648" y="2844646"/>
                </a:lnTo>
                <a:lnTo>
                  <a:pt x="3598648" y="2545977"/>
                </a:lnTo>
                <a:lnTo>
                  <a:pt x="0" y="2545977"/>
                </a:lnTo>
                <a:lnTo>
                  <a:pt x="0" y="296412"/>
                </a:lnTo>
                <a:lnTo>
                  <a:pt x="600007" y="296412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4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607DB825-7559-54E7-CAEC-C04E31E7F0AB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717537" y="3429000"/>
            <a:ext cx="4471416" cy="3160398"/>
          </a:xfrm>
          <a:custGeom xmlns:a="http://schemas.openxmlformats.org/drawingml/2006/main">
            <a:gdLst>
              <a:gd name="connsiteX0" fmla="*/ 596681 w 4471416"/>
              <a:gd name="connsiteY0" fmla="*/ 312066 h 3160398"/>
              <a:gd name="connsiteX1" fmla="*/ 596681 w 4471416"/>
              <a:gd name="connsiteY1" fmla="*/ 612069 h 3160398"/>
              <a:gd name="connsiteX2" fmla="*/ 896684 w 4471416"/>
              <a:gd name="connsiteY2" fmla="*/ 612069 h 3160398"/>
              <a:gd name="connsiteX3" fmla="*/ 896684 w 4471416"/>
              <a:gd name="connsiteY3" fmla="*/ 312066 h 3160398"/>
              <a:gd name="connsiteX4" fmla="*/ 597787 w 4471416"/>
              <a:gd name="connsiteY4" fmla="*/ 0 h 3160398"/>
              <a:gd name="connsiteX5" fmla="*/ 4471416 w 4471416"/>
              <a:gd name="connsiteY5" fmla="*/ 0 h 3160398"/>
              <a:gd name="connsiteX6" fmla="*/ 4471416 w 4471416"/>
              <a:gd name="connsiteY6" fmla="*/ 3160398 h 3160398"/>
              <a:gd name="connsiteX7" fmla="*/ 3890161 w 4471416"/>
              <a:gd name="connsiteY7" fmla="*/ 3160398 h 3160398"/>
              <a:gd name="connsiteX8" fmla="*/ 3890161 w 4471416"/>
              <a:gd name="connsiteY8" fmla="*/ 2859839 h 3160398"/>
              <a:gd name="connsiteX9" fmla="*/ 4190164 w 4471416"/>
              <a:gd name="connsiteY9" fmla="*/ 2859839 h 3160398"/>
              <a:gd name="connsiteX10" fmla="*/ 4190164 w 4471416"/>
              <a:gd name="connsiteY10" fmla="*/ 2559836 h 3160398"/>
              <a:gd name="connsiteX11" fmla="*/ 3890161 w 4471416"/>
              <a:gd name="connsiteY11" fmla="*/ 2559836 h 3160398"/>
              <a:gd name="connsiteX12" fmla="*/ 3890161 w 4471416"/>
              <a:gd name="connsiteY12" fmla="*/ 2858505 h 3160398"/>
              <a:gd name="connsiteX13" fmla="*/ 3598648 w 4471416"/>
              <a:gd name="connsiteY13" fmla="*/ 2858505 h 3160398"/>
              <a:gd name="connsiteX14" fmla="*/ 3598648 w 4471416"/>
              <a:gd name="connsiteY14" fmla="*/ 2558438 h 3160398"/>
              <a:gd name="connsiteX15" fmla="*/ 0 w 4471416"/>
              <a:gd name="connsiteY15" fmla="*/ 2558438 h 3160398"/>
              <a:gd name="connsiteX16" fmla="*/ 0 w 4471416"/>
              <a:gd name="connsiteY16" fmla="*/ 310271 h 3160398"/>
              <a:gd name="connsiteX17" fmla="*/ 600007 w 4471416"/>
              <a:gd name="connsiteY17" fmla="*/ 310271 h 3160398"/>
              <a:gd name="connsiteX18" fmla="*/ 600007 w 4471416"/>
              <a:gd name="connsiteY18" fmla="*/ 13859 h 3160398"/>
              <a:gd name="connsiteX19" fmla="*/ 597787 w 4471416"/>
              <a:gd name="connsiteY19" fmla="*/ 13859 h 3160398"/>
            </a:gdLst>
            <a:rect l="l" t="t" r="r" b="b"/>
            <a:pathLst>
              <a:path w="4471416" h="3160398">
                <a:moveTo>
                  <a:pt x="596681" y="312066"/>
                </a:moveTo>
                <a:lnTo>
                  <a:pt x="596681" y="612069"/>
                </a:lnTo>
                <a:lnTo>
                  <a:pt x="896684" y="612069"/>
                </a:lnTo>
                <a:lnTo>
                  <a:pt x="896684" y="312066"/>
                </a:lnTo>
                <a:close/>
                <a:moveTo>
                  <a:pt x="597787" y="0"/>
                </a:moveTo>
                <a:lnTo>
                  <a:pt x="4471416" y="0"/>
                </a:lnTo>
                <a:lnTo>
                  <a:pt x="4471416" y="3160398"/>
                </a:lnTo>
                <a:lnTo>
                  <a:pt x="3890161" y="3160398"/>
                </a:lnTo>
                <a:lnTo>
                  <a:pt x="3890161" y="2859839"/>
                </a:lnTo>
                <a:lnTo>
                  <a:pt x="4190164" y="2859839"/>
                </a:lnTo>
                <a:lnTo>
                  <a:pt x="4190164" y="2559836"/>
                </a:lnTo>
                <a:lnTo>
                  <a:pt x="3890161" y="2559836"/>
                </a:lnTo>
                <a:lnTo>
                  <a:pt x="3890161" y="2858505"/>
                </a:lnTo>
                <a:lnTo>
                  <a:pt x="3598648" y="2858505"/>
                </a:lnTo>
                <a:lnTo>
                  <a:pt x="3598648" y="2558438"/>
                </a:lnTo>
                <a:lnTo>
                  <a:pt x="0" y="2558438"/>
                </a:lnTo>
                <a:lnTo>
                  <a:pt x="0" y="310271"/>
                </a:lnTo>
                <a:lnTo>
                  <a:pt x="600007" y="310271"/>
                </a:lnTo>
                <a:lnTo>
                  <a:pt x="600007" y="13859"/>
                </a:lnTo>
                <a:lnTo>
                  <a:pt x="597787" y="13859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A747CD2-977A-C2B6-435C-39268A8098F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717537" y="2659717"/>
            <a:ext cx="3483863" cy="35564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11B188B-0B3A-3512-4453-59389A5C951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717537" y="3033584"/>
            <a:ext cx="3483863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771B411-20B0-D167-A8BA-702B7F1C030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7717537" y="6088717"/>
            <a:ext cx="3483863" cy="35564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E4E45B5-2B3B-EFFB-75C0-9B5491F50FF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7717537" y="6462584"/>
            <a:ext cx="3483863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A9DD9072-F37A-FF8E-7B96-042813868F9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647606"/>
            <a:ext cx="5003800" cy="1014866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>
              <a:buNone/>
              <a:defRPr sz="8000" b="1" i="0" spc="-15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566EBD8-F428-D35E-B627-CD8B5481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1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pic>
        <p:nvPicPr>
          <p:cNvPr id="4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9a513fefb4e1f">
            <a:extLst>
              <a:ext uri="{96DAC541-7B7A-43D3-8B79-37D633B846F1}">
                <asvg:svgBlip xmlns:asvg="http://schemas.microsoft.com/office/drawing/2016/SVG/main" r:embed="Rd63cc7c2de8c405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5900063"/>
            <a:ext cx="1402080" cy="457199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9.xml><?xml version="1.0" encoding="utf-8"?>
<p:sldLayout xmlns:p="http://schemas.openxmlformats.org/presentationml/2006/main" showMasterSp="0" preserve="1" userDrawn="1">
  <p:cSld name="Team Photos-teal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icture Placeholder 55">
            <a:extLst xmlns:a="http://schemas.openxmlformats.org/drawingml/2006/main">
              <a:ext uri="{FF2B5EF4-FFF2-40B4-BE49-F238E27FC236}">
                <a16:creationId xmlns:a16="http://schemas.microsoft.com/office/drawing/2014/main" id="{9366387F-1731-5BA1-F6CF-FD4513AE2B02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2967228" y="1711220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7103 w 1618488"/>
              <a:gd name="connsiteY5" fmla="*/ 1618488 h 1618488"/>
              <a:gd name="connsiteX6" fmla="*/ 297103 w 1618488"/>
              <a:gd name="connsiteY6" fmla="*/ 1471283 h 1618488"/>
              <a:gd name="connsiteX7" fmla="*/ 149898 w 1618488"/>
              <a:gd name="connsiteY7" fmla="*/ 1471283 h 1618488"/>
              <a:gd name="connsiteX8" fmla="*/ 149898 w 1618488"/>
              <a:gd name="connsiteY8" fmla="*/ 1618488 h 1618488"/>
              <a:gd name="connsiteX9" fmla="*/ 0 w 1618488"/>
              <a:gd name="connsiteY9" fmla="*/ 1618488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7103" y="1618488"/>
                </a:lnTo>
                <a:lnTo>
                  <a:pt x="297103" y="1471283"/>
                </a:lnTo>
                <a:lnTo>
                  <a:pt x="149898" y="1471283"/>
                </a:lnTo>
                <a:lnTo>
                  <a:pt x="149898" y="1618488"/>
                </a:lnTo>
                <a:lnTo>
                  <a:pt x="0" y="1618488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58" name="Picture Placeholder 57">
            <a:extLst xmlns:a="http://schemas.openxmlformats.org/drawingml/2006/main">
              <a:ext uri="{FF2B5EF4-FFF2-40B4-BE49-F238E27FC236}">
                <a16:creationId xmlns:a16="http://schemas.microsoft.com/office/drawing/2014/main" id="{97D46CF3-7CCF-1E60-1BB1-4C02697C18C5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286756" y="1711220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618488 h 1618488"/>
              <a:gd name="connsiteX3" fmla="*/ 1464830 w 1618488"/>
              <a:gd name="connsiteY3" fmla="*/ 1618488 h 1618488"/>
              <a:gd name="connsiteX4" fmla="*/ 1464830 w 1618488"/>
              <a:gd name="connsiteY4" fmla="*/ 1471283 h 1618488"/>
              <a:gd name="connsiteX5" fmla="*/ 1317625 w 1618488"/>
              <a:gd name="connsiteY5" fmla="*/ 1471283 h 1618488"/>
              <a:gd name="connsiteX6" fmla="*/ 1317625 w 1618488"/>
              <a:gd name="connsiteY6" fmla="*/ 1618488 h 1618488"/>
              <a:gd name="connsiteX7" fmla="*/ 0 w 1618488"/>
              <a:gd name="connsiteY7" fmla="*/ 1618488 h 1618488"/>
              <a:gd name="connsiteX8" fmla="*/ 0 w 1618488"/>
              <a:gd name="connsiteY8" fmla="*/ 147205 h 1618488"/>
              <a:gd name="connsiteX9" fmla="*/ 147205 w 1618488"/>
              <a:gd name="connsiteY9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618488"/>
                </a:lnTo>
                <a:lnTo>
                  <a:pt x="1464830" y="1618488"/>
                </a:lnTo>
                <a:lnTo>
                  <a:pt x="1464830" y="1471283"/>
                </a:lnTo>
                <a:lnTo>
                  <a:pt x="1317625" y="1471283"/>
                </a:lnTo>
                <a:lnTo>
                  <a:pt x="1317625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3" name="Picture Placeholder 62">
            <a:extLst xmlns:a="http://schemas.openxmlformats.org/drawingml/2006/main">
              <a:ext uri="{FF2B5EF4-FFF2-40B4-BE49-F238E27FC236}">
                <a16:creationId xmlns:a16="http://schemas.microsoft.com/office/drawing/2014/main" id="{BE7CB4A2-4B09-FE21-8A60-0E6D7C5A3670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1844686" y="4262909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6" name="Picture Placeholder 65">
            <a:extLst xmlns:a="http://schemas.openxmlformats.org/drawingml/2006/main">
              <a:ext uri="{FF2B5EF4-FFF2-40B4-BE49-F238E27FC236}">
                <a16:creationId xmlns:a16="http://schemas.microsoft.com/office/drawing/2014/main" id="{3F68F1D3-A542-689C-5BA2-B3F65EED79FC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4221965" y="4262909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2283 w 1618488"/>
              <a:gd name="connsiteY5" fmla="*/ 1618488 h 1618488"/>
              <a:gd name="connsiteX6" fmla="*/ 292283 w 1618488"/>
              <a:gd name="connsiteY6" fmla="*/ 1471283 h 1618488"/>
              <a:gd name="connsiteX7" fmla="*/ 145078 w 1618488"/>
              <a:gd name="connsiteY7" fmla="*/ 1471283 h 1618488"/>
              <a:gd name="connsiteX8" fmla="*/ 145078 w 1618488"/>
              <a:gd name="connsiteY8" fmla="*/ 1618488 h 1618488"/>
              <a:gd name="connsiteX9" fmla="*/ 0 w 1618488"/>
              <a:gd name="connsiteY9" fmla="*/ 1618488 h 1618488"/>
              <a:gd name="connsiteX10" fmla="*/ 0 w 1618488"/>
              <a:gd name="connsiteY10" fmla="*/ 1469158 h 1618488"/>
              <a:gd name="connsiteX11" fmla="*/ 147204 w 1618488"/>
              <a:gd name="connsiteY11" fmla="*/ 1469158 h 1618488"/>
              <a:gd name="connsiteX12" fmla="*/ 147204 w 1618488"/>
              <a:gd name="connsiteY12" fmla="*/ 1321953 h 1618488"/>
              <a:gd name="connsiteX13" fmla="*/ 0 w 1618488"/>
              <a:gd name="connsiteY13" fmla="*/ 1321953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2283" y="1618488"/>
                </a:lnTo>
                <a:lnTo>
                  <a:pt x="292283" y="1471283"/>
                </a:lnTo>
                <a:lnTo>
                  <a:pt x="145078" y="1471283"/>
                </a:lnTo>
                <a:lnTo>
                  <a:pt x="145078" y="1618488"/>
                </a:lnTo>
                <a:lnTo>
                  <a:pt x="0" y="1618488"/>
                </a:lnTo>
                <a:lnTo>
                  <a:pt x="0" y="1469158"/>
                </a:lnTo>
                <a:lnTo>
                  <a:pt x="147204" y="1469158"/>
                </a:lnTo>
                <a:lnTo>
                  <a:pt x="147204" y="1321953"/>
                </a:lnTo>
                <a:lnTo>
                  <a:pt x="0" y="1321953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8EFA35-6731-4F3D-E745-9BD2051525B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59" name="Picture Placeholder 58">
            <a:extLst xmlns:a="http://schemas.openxmlformats.org/drawingml/2006/main">
              <a:ext uri="{FF2B5EF4-FFF2-40B4-BE49-F238E27FC236}">
                <a16:creationId xmlns:a16="http://schemas.microsoft.com/office/drawing/2014/main" id="{3D75D933-0AEC-8E20-2208-13BCA8958D9B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9925812" y="1711220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618488 h 1618488"/>
              <a:gd name="connsiteX3" fmla="*/ 1464830 w 1618488"/>
              <a:gd name="connsiteY3" fmla="*/ 1618488 h 1618488"/>
              <a:gd name="connsiteX4" fmla="*/ 1464830 w 1618488"/>
              <a:gd name="connsiteY4" fmla="*/ 1471283 h 1618488"/>
              <a:gd name="connsiteX5" fmla="*/ 1317625 w 1618488"/>
              <a:gd name="connsiteY5" fmla="*/ 1471283 h 1618488"/>
              <a:gd name="connsiteX6" fmla="*/ 1317625 w 1618488"/>
              <a:gd name="connsiteY6" fmla="*/ 1618488 h 1618488"/>
              <a:gd name="connsiteX7" fmla="*/ 0 w 1618488"/>
              <a:gd name="connsiteY7" fmla="*/ 1618488 h 1618488"/>
              <a:gd name="connsiteX8" fmla="*/ 0 w 1618488"/>
              <a:gd name="connsiteY8" fmla="*/ 147205 h 1618488"/>
              <a:gd name="connsiteX9" fmla="*/ 147205 w 1618488"/>
              <a:gd name="connsiteY9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618488"/>
                </a:lnTo>
                <a:lnTo>
                  <a:pt x="1464830" y="1618488"/>
                </a:lnTo>
                <a:lnTo>
                  <a:pt x="1464830" y="1471283"/>
                </a:lnTo>
                <a:lnTo>
                  <a:pt x="1317625" y="1471283"/>
                </a:lnTo>
                <a:lnTo>
                  <a:pt x="1317625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0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718365BF-5CD4-428D-A6FC-D404D6BFC997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7606284" y="1711220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7103 w 1618488"/>
              <a:gd name="connsiteY5" fmla="*/ 1618488 h 1618488"/>
              <a:gd name="connsiteX6" fmla="*/ 297103 w 1618488"/>
              <a:gd name="connsiteY6" fmla="*/ 1471283 h 1618488"/>
              <a:gd name="connsiteX7" fmla="*/ 149898 w 1618488"/>
              <a:gd name="connsiteY7" fmla="*/ 1471283 h 1618488"/>
              <a:gd name="connsiteX8" fmla="*/ 149898 w 1618488"/>
              <a:gd name="connsiteY8" fmla="*/ 1618488 h 1618488"/>
              <a:gd name="connsiteX9" fmla="*/ 0 w 1618488"/>
              <a:gd name="connsiteY9" fmla="*/ 1618488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7103" y="1618488"/>
                </a:lnTo>
                <a:lnTo>
                  <a:pt x="297103" y="1471283"/>
                </a:lnTo>
                <a:lnTo>
                  <a:pt x="149898" y="1471283"/>
                </a:lnTo>
                <a:lnTo>
                  <a:pt x="149898" y="1618488"/>
                </a:lnTo>
                <a:lnTo>
                  <a:pt x="0" y="1618488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7" name="Picture Placeholder 66">
            <a:extLst xmlns:a="http://schemas.openxmlformats.org/drawingml/2006/main">
              <a:ext uri="{FF2B5EF4-FFF2-40B4-BE49-F238E27FC236}">
                <a16:creationId xmlns:a16="http://schemas.microsoft.com/office/drawing/2014/main" id="{09C72878-2822-C899-7703-95FAB01A6CEF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6599244" y="4262909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8" name="Picture Placeholder 67">
            <a:extLst xmlns:a="http://schemas.openxmlformats.org/drawingml/2006/main">
              <a:ext uri="{FF2B5EF4-FFF2-40B4-BE49-F238E27FC236}">
                <a16:creationId xmlns:a16="http://schemas.microsoft.com/office/drawing/2014/main" id="{71E38E86-F889-49A1-C955-DDE68167FCCD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8976523" y="4262909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2283 w 1618488"/>
              <a:gd name="connsiteY5" fmla="*/ 1618488 h 1618488"/>
              <a:gd name="connsiteX6" fmla="*/ 292283 w 1618488"/>
              <a:gd name="connsiteY6" fmla="*/ 1471283 h 1618488"/>
              <a:gd name="connsiteX7" fmla="*/ 145078 w 1618488"/>
              <a:gd name="connsiteY7" fmla="*/ 1471283 h 1618488"/>
              <a:gd name="connsiteX8" fmla="*/ 145078 w 1618488"/>
              <a:gd name="connsiteY8" fmla="*/ 1618488 h 1618488"/>
              <a:gd name="connsiteX9" fmla="*/ 0 w 1618488"/>
              <a:gd name="connsiteY9" fmla="*/ 1618488 h 1618488"/>
              <a:gd name="connsiteX10" fmla="*/ 0 w 1618488"/>
              <a:gd name="connsiteY10" fmla="*/ 1469158 h 1618488"/>
              <a:gd name="connsiteX11" fmla="*/ 147204 w 1618488"/>
              <a:gd name="connsiteY11" fmla="*/ 1469158 h 1618488"/>
              <a:gd name="connsiteX12" fmla="*/ 147204 w 1618488"/>
              <a:gd name="connsiteY12" fmla="*/ 1321953 h 1618488"/>
              <a:gd name="connsiteX13" fmla="*/ 0 w 1618488"/>
              <a:gd name="connsiteY13" fmla="*/ 1321953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2283" y="1618488"/>
                </a:lnTo>
                <a:lnTo>
                  <a:pt x="292283" y="1471283"/>
                </a:lnTo>
                <a:lnTo>
                  <a:pt x="145078" y="1471283"/>
                </a:lnTo>
                <a:lnTo>
                  <a:pt x="145078" y="1618488"/>
                </a:lnTo>
                <a:lnTo>
                  <a:pt x="0" y="1618488"/>
                </a:lnTo>
                <a:lnTo>
                  <a:pt x="0" y="1469158"/>
                </a:lnTo>
                <a:lnTo>
                  <a:pt x="147204" y="1469158"/>
                </a:lnTo>
                <a:lnTo>
                  <a:pt x="147204" y="1321953"/>
                </a:lnTo>
                <a:lnTo>
                  <a:pt x="0" y="1321953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5EC73FF-8AD8-D46B-84CB-0EAFA4918846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379841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0C2D8E7-B31D-B5AA-B910-64CA8E0925AB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79841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4" name="Picture Placeholder 53">
            <a:extLst xmlns:a="http://schemas.openxmlformats.org/drawingml/2006/main">
              <a:ext uri="{FF2B5EF4-FFF2-40B4-BE49-F238E27FC236}">
                <a16:creationId xmlns:a16="http://schemas.microsoft.com/office/drawing/2014/main" id="{9EE3DC73-2512-62FB-DCDC-68F87A9FC23B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647700" y="1711220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618488 h 1618488"/>
              <a:gd name="connsiteX3" fmla="*/ 1464830 w 1618488"/>
              <a:gd name="connsiteY3" fmla="*/ 1618488 h 1618488"/>
              <a:gd name="connsiteX4" fmla="*/ 1464830 w 1618488"/>
              <a:gd name="connsiteY4" fmla="*/ 1471283 h 1618488"/>
              <a:gd name="connsiteX5" fmla="*/ 1317625 w 1618488"/>
              <a:gd name="connsiteY5" fmla="*/ 1471283 h 1618488"/>
              <a:gd name="connsiteX6" fmla="*/ 1317625 w 1618488"/>
              <a:gd name="connsiteY6" fmla="*/ 1618488 h 1618488"/>
              <a:gd name="connsiteX7" fmla="*/ 0 w 1618488"/>
              <a:gd name="connsiteY7" fmla="*/ 1618488 h 1618488"/>
              <a:gd name="connsiteX8" fmla="*/ 0 w 1618488"/>
              <a:gd name="connsiteY8" fmla="*/ 147205 h 1618488"/>
              <a:gd name="connsiteX9" fmla="*/ 147205 w 1618488"/>
              <a:gd name="connsiteY9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618488"/>
                </a:lnTo>
                <a:lnTo>
                  <a:pt x="1464830" y="1618488"/>
                </a:lnTo>
                <a:lnTo>
                  <a:pt x="1464830" y="1471283"/>
                </a:lnTo>
                <a:lnTo>
                  <a:pt x="1317625" y="1471283"/>
                </a:lnTo>
                <a:lnTo>
                  <a:pt x="1317625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2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06E42B6-AC96-0E0E-8962-E97D097F30B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2697014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6194EF8-3B58-2EB7-181D-84EB7E0CA2E7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2697014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FFA2455-68DA-ECF9-8D1C-D1D7DBF366DD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5116815" y="3406837"/>
            <a:ext cx="1958371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4650455-C5A1-D3F2-EE90-EDB060E072AF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5116815" y="3665641"/>
            <a:ext cx="1958371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3BD9D4D-9C7A-E105-B788-6EB78222D487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7336069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1FA9447-797C-707A-BEDF-FD2B6D35B241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7336069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7DDA1868-329D-373A-0A54-58FB5D4BFE03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9653242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A55E832-0430-C4DA-2EDB-24091F435F2E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9653242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4705317-90A6-3A1B-9E29-F484C2A4189E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577796" y="596300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6395E6A-D5BD-CCDD-0CD0-616D25F26409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577796" y="622180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385FD8A1-08CA-2923-86C1-9D4517BC40CD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3957314" y="597201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BE2340E-295C-D716-98CC-F201EA2F833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3957314" y="623081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453088C-DB9E-7188-4674-B7339CB82861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6325980" y="596300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468F382-2017-6A90-5E91-53DB2DAB4B24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6325980" y="622180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F729790-8694-10B1-9832-49108753177B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8705960" y="596300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20FE1FE-1D9C-59DB-385B-64C4C1FA6ADB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8705960" y="622180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0405029-7B9D-86A9-52EA-5522C7D9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1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pic>
        <p:nvPicPr>
          <p:cNvPr id="9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10133f7e94c9d">
            <a:extLst>
              <a:ext uri="{96DAC541-7B7A-43D3-8B79-37D633B846F1}">
                <asvg:svgBlip xmlns:asvg="http://schemas.microsoft.com/office/drawing/2016/SVG/main" r:embed="R6464d0b3bffe4d7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10.xml><?xml version="1.0" encoding="utf-8"?>
<p:sldLayout xmlns:p="http://schemas.openxmlformats.org/presentationml/2006/main" showMasterSp="0" preserve="1" userDrawn="1">
  <p:cSld name="1_Title-Blocks + Photo-teal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4B4AED13-CDCA-35B1-2C9E-097B1E2C393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169848" y="0"/>
            <a:ext cx="7022152" cy="6858000"/>
          </a:xfrm>
          <a:custGeom xmlns:a="http://schemas.openxmlformats.org/drawingml/2006/main">
            <a:gdLst>
              <a:gd name="connsiteX0" fmla="*/ 0 w 7022152"/>
              <a:gd name="connsiteY0" fmla="*/ 1720850 h 6858000"/>
              <a:gd name="connsiteX1" fmla="*/ 855133 w 7022152"/>
              <a:gd name="connsiteY1" fmla="*/ 1720850 h 6858000"/>
              <a:gd name="connsiteX2" fmla="*/ 855133 w 7022152"/>
              <a:gd name="connsiteY2" fmla="*/ 2578100 h 6858000"/>
              <a:gd name="connsiteX3" fmla="*/ 0 w 7022152"/>
              <a:gd name="connsiteY3" fmla="*/ 2578100 h 6858000"/>
              <a:gd name="connsiteX4" fmla="*/ 2565400 w 7022152"/>
              <a:gd name="connsiteY4" fmla="*/ 0 h 6858000"/>
              <a:gd name="connsiteX5" fmla="*/ 7022152 w 7022152"/>
              <a:gd name="connsiteY5" fmla="*/ 0 h 6858000"/>
              <a:gd name="connsiteX6" fmla="*/ 7022152 w 7022152"/>
              <a:gd name="connsiteY6" fmla="*/ 6858000 h 6858000"/>
              <a:gd name="connsiteX7" fmla="*/ 1710267 w 7022152"/>
              <a:gd name="connsiteY7" fmla="*/ 6858000 h 6858000"/>
              <a:gd name="connsiteX8" fmla="*/ 1710267 w 7022152"/>
              <a:gd name="connsiteY8" fmla="*/ 3435350 h 6858000"/>
              <a:gd name="connsiteX9" fmla="*/ 855133 w 7022152"/>
              <a:gd name="connsiteY9" fmla="*/ 3435350 h 6858000"/>
              <a:gd name="connsiteX10" fmla="*/ 855133 w 7022152"/>
              <a:gd name="connsiteY10" fmla="*/ 2578100 h 6858000"/>
              <a:gd name="connsiteX11" fmla="*/ 1710267 w 7022152"/>
              <a:gd name="connsiteY11" fmla="*/ 2578100 h 6858000"/>
              <a:gd name="connsiteX12" fmla="*/ 1710267 w 7022152"/>
              <a:gd name="connsiteY12" fmla="*/ 857250 h 6858000"/>
              <a:gd name="connsiteX13" fmla="*/ 2565400 w 7022152"/>
              <a:gd name="connsiteY13" fmla="*/ 857250 h 6858000"/>
            </a:gdLst>
            <a:rect l="l" t="t" r="r" b="b"/>
            <a:pathLst>
              <a:path w="7022152" h="6858000">
                <a:moveTo>
                  <a:pt x="0" y="1720850"/>
                </a:moveTo>
                <a:lnTo>
                  <a:pt x="855133" y="1720850"/>
                </a:lnTo>
                <a:lnTo>
                  <a:pt x="855133" y="2578100"/>
                </a:lnTo>
                <a:lnTo>
                  <a:pt x="0" y="2578100"/>
                </a:lnTo>
                <a:close/>
                <a:moveTo>
                  <a:pt x="2565400" y="0"/>
                </a:moveTo>
                <a:lnTo>
                  <a:pt x="7022152" y="0"/>
                </a:lnTo>
                <a:lnTo>
                  <a:pt x="7022152" y="6858000"/>
                </a:lnTo>
                <a:lnTo>
                  <a:pt x="1710267" y="6858000"/>
                </a:lnTo>
                <a:lnTo>
                  <a:pt x="1710267" y="3435350"/>
                </a:lnTo>
                <a:lnTo>
                  <a:pt x="855133" y="3435350"/>
                </a:lnTo>
                <a:lnTo>
                  <a:pt x="855133" y="2578100"/>
                </a:lnTo>
                <a:lnTo>
                  <a:pt x="1710267" y="2578100"/>
                </a:lnTo>
                <a:lnTo>
                  <a:pt x="1710267" y="857250"/>
                </a:lnTo>
                <a:lnTo>
                  <a:pt x="2565400" y="8572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/>
          <a:p xmlns:a="http://schemas.openxmlformats.org/drawingml/2006/main">
            <a:r>
              <a:t>Click to add picture, then send to back</a:t>
            </a:r>
          </a:p>
        </p:txBody>
      </p:sp>
      <p:sp>
        <p:nvSpPr>
          <p:cNvPr id="2" name="Rectangle">
            <a:extLst xmlns:a="http://schemas.openxmlformats.org/drawingml/2006/main">
              <a:ext uri="{FF2B5EF4-FFF2-40B4-BE49-F238E27FC236}">
                <a16:creationId xmlns:a16="http://schemas.microsoft.com/office/drawing/2014/main" id="{F50185D1-C33F-ABCD-523E-528059B2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ECBD8E17-A3A0-88A9-865C-E7BA5D1F7E7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10331" y="2597215"/>
            <a:ext cx="5485669" cy="154510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algn="l">
              <a:buNone/>
              <a:defRPr sz="6000" spc="-15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DC3D433-F378-DCEB-C553-2C1A27C974F8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10331" y="4285794"/>
            <a:ext cx="5485669" cy="29392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8" name="Presentation subtitle goes here.">
            <a:extLst xmlns:a="http://schemas.openxmlformats.org/drawingml/2006/main">
              <a:ext uri="{FF2B5EF4-FFF2-40B4-BE49-F238E27FC236}">
                <a16:creationId xmlns:a16="http://schemas.microsoft.com/office/drawing/2014/main" id="{A2496553-5619-A6F4-E4E9-9250C1395A26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10331" y="5850764"/>
            <a:ext cx="5510631" cy="630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ts val="1000"/>
              </a:lnSpc>
              <a:spcBef>
                <a:spcPts val="0"/>
              </a:spcBef>
              <a:buNone/>
              <a:tabLst>
                <a:tab pos="2222500" algn="l"/>
              </a:tabLst>
              <a:defRPr sz="1000" spc="-25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Presentation subtitle goes here.</a:t>
            </a:r>
          </a:p>
        </p:txBody>
      </p:sp>
      <p:pic>
        <p:nvPicPr>
          <p:cNvPr id="1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1fa756df049ea">
            <a:extLst>
              <a:ext uri="{96DAC541-7B7A-43D3-8B79-37D633B846F1}">
                <asvg:svgBlip xmlns:asvg="http://schemas.microsoft.com/office/drawing/2016/SVG/main" r:embed="R451a9d08d9454bb4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463370"/>
            <a:ext cx="1402080" cy="457199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11.xml><?xml version="1.0" encoding="utf-8"?>
<p:sldLayout xmlns:p="http://schemas.openxmlformats.org/presentationml/2006/main" showMasterSp="0" preserve="1">
  <p:cSld name="Title Slide-whit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0376C9-2356-22A6-5441-84E77464B55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41470" y="2835689"/>
            <a:ext cx="8829198" cy="154510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6000" spc="-15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4FD67D-7BA3-C2D7-4395-16F69E74CF6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41470" y="4574120"/>
            <a:ext cx="8829198" cy="9144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2000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AC9DB8C-7C81-2D3D-8CC6-184CFE174A5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41349" y="5981700"/>
            <a:ext cx="5400000" cy="34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800">
                <a:solidFill>
                  <a:srgbClr val="61616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pic>
        <p:nvPicPr>
          <p:cNvPr id="22" name="Graphic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219c3d1134afe">
            <a:extLst>
              <a:ext uri="{96DAC541-7B7A-43D3-8B79-37D633B846F1}">
                <asvg:svgBlip xmlns:asvg="http://schemas.microsoft.com/office/drawing/2016/SVG/main" r:embed="Rc82e6477867e4d7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02" y="190499"/>
            <a:ext cx="1817992" cy="1217406"/>
          </a:xfrm>
          <a:prstGeom xmlns:a="http://schemas.openxmlformats.org/drawingml/2006/main" prst="rect">
            <a:avLst/>
          </a:prstGeom>
        </p:spPr>
      </p:pic>
      <p:pic>
        <p:nvPicPr>
          <p:cNvPr id="23" name="Graphic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c183f157f48b0">
            <a:extLst>
              <a:ext uri="{96DAC541-7B7A-43D3-8B79-37D633B846F1}">
                <asvg:svgBlip xmlns:asvg="http://schemas.microsoft.com/office/drawing/2016/SVG/main" r:embed="Rec7ef274ed9845fb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08304" y="5450094"/>
            <a:ext cx="1817992" cy="1217405"/>
          </a:xfrm>
          <a:prstGeom xmlns:a="http://schemas.openxmlformats.org/drawingml/2006/main" prst="rect">
            <a:avLst/>
          </a:prstGeom>
        </p:spPr>
      </p:pic>
      <p:sp>
        <p:nvSpPr>
          <p:cNvPr id="10" name="Rectangle">
            <a:extLst xmlns:a="http://schemas.openxmlformats.org/drawingml/2006/main">
              <a:ext uri="{FF2B5EF4-FFF2-40B4-BE49-F238E27FC236}">
                <a16:creationId xmlns:a16="http://schemas.microsoft.com/office/drawing/2014/main" id="{55754EC1-B5D7-2DB2-5373-CEB9F7F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pic>
        <p:nvPicPr>
          <p:cNvPr id="2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35278007f4c50">
            <a:extLst>
              <a:ext uri="{96DAC541-7B7A-43D3-8B79-37D633B846F1}">
                <asvg:svgBlip xmlns:asvg="http://schemas.microsoft.com/office/drawing/2016/SVG/main" r:embed="R4c7e0cedbef24872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32004" y="434072"/>
            <a:ext cx="1497674" cy="488372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12.xml><?xml version="1.0" encoding="utf-8"?>
<p:sldLayout xmlns:p="http://schemas.openxmlformats.org/presentationml/2006/main" showMasterSp="0" preserve="1" userDrawn="1">
  <p:cSld name="One Speaker-whit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C306C4-9D9A-0CEC-CCAF-2A2D5F1B089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414134"/>
            <a:ext cx="5003800" cy="1014866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>
              <a:buNone/>
              <a:defRPr sz="8000" b="1" i="0" spc="-150" baseline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B989B780-4E34-2459-5DD7-243F25DBCF5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6096000" y="836676"/>
            <a:ext cx="5184648" cy="5184648"/>
          </a:xfrm>
          <a:custGeom xmlns:a="http://schemas.openxmlformats.org/drawingml/2006/main">
            <a:gdLst>
              <a:gd name="connsiteX0" fmla="*/ 451104 w 5184648"/>
              <a:gd name="connsiteY0" fmla="*/ 0 h 5184648"/>
              <a:gd name="connsiteX1" fmla="*/ 5184648 w 5184648"/>
              <a:gd name="connsiteY1" fmla="*/ 0 h 5184648"/>
              <a:gd name="connsiteX2" fmla="*/ 5184648 w 5184648"/>
              <a:gd name="connsiteY2" fmla="*/ 4282313 h 5184648"/>
              <a:gd name="connsiteX3" fmla="*/ 4733544 w 5184648"/>
              <a:gd name="connsiteY3" fmla="*/ 4282313 h 5184648"/>
              <a:gd name="connsiteX4" fmla="*/ 4733544 w 5184648"/>
              <a:gd name="connsiteY4" fmla="*/ 4733417 h 5184648"/>
              <a:gd name="connsiteX5" fmla="*/ 5184648 w 5184648"/>
              <a:gd name="connsiteY5" fmla="*/ 4733417 h 5184648"/>
              <a:gd name="connsiteX6" fmla="*/ 5184648 w 5184648"/>
              <a:gd name="connsiteY6" fmla="*/ 5184648 h 5184648"/>
              <a:gd name="connsiteX7" fmla="*/ 4733544 w 5184648"/>
              <a:gd name="connsiteY7" fmla="*/ 5184648 h 5184648"/>
              <a:gd name="connsiteX8" fmla="*/ 4733544 w 5184648"/>
              <a:gd name="connsiteY8" fmla="*/ 4733544 h 5184648"/>
              <a:gd name="connsiteX9" fmla="*/ 4282440 w 5184648"/>
              <a:gd name="connsiteY9" fmla="*/ 4733544 h 5184648"/>
              <a:gd name="connsiteX10" fmla="*/ 4282440 w 5184648"/>
              <a:gd name="connsiteY10" fmla="*/ 5184648 h 5184648"/>
              <a:gd name="connsiteX11" fmla="*/ 0 w 5184648"/>
              <a:gd name="connsiteY11" fmla="*/ 5184648 h 5184648"/>
              <a:gd name="connsiteX12" fmla="*/ 0 w 5184648"/>
              <a:gd name="connsiteY12" fmla="*/ 451104 h 5184648"/>
              <a:gd name="connsiteX13" fmla="*/ 451104 w 5184648"/>
              <a:gd name="connsiteY13" fmla="*/ 451104 h 5184648"/>
            </a:gdLst>
            <a:rect l="l" t="t" r="r" b="b"/>
            <a:pathLst>
              <a:path w="5184648" h="5184648">
                <a:moveTo>
                  <a:pt x="451104" y="0"/>
                </a:moveTo>
                <a:lnTo>
                  <a:pt x="5184648" y="0"/>
                </a:lnTo>
                <a:lnTo>
                  <a:pt x="5184648" y="4282313"/>
                </a:lnTo>
                <a:lnTo>
                  <a:pt x="4733544" y="4282313"/>
                </a:lnTo>
                <a:lnTo>
                  <a:pt x="4733544" y="4733417"/>
                </a:lnTo>
                <a:lnTo>
                  <a:pt x="5184648" y="4733417"/>
                </a:lnTo>
                <a:lnTo>
                  <a:pt x="5184648" y="5184648"/>
                </a:lnTo>
                <a:lnTo>
                  <a:pt x="4733544" y="5184648"/>
                </a:lnTo>
                <a:lnTo>
                  <a:pt x="4733544" y="4733544"/>
                </a:lnTo>
                <a:lnTo>
                  <a:pt x="4282440" y="4733544"/>
                </a:lnTo>
                <a:lnTo>
                  <a:pt x="4282440" y="5184648"/>
                </a:lnTo>
                <a:lnTo>
                  <a:pt x="0" y="5184648"/>
                </a:lnTo>
                <a:lnTo>
                  <a:pt x="0" y="451104"/>
                </a:lnTo>
                <a:lnTo>
                  <a:pt x="451104" y="451104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4EEDFA70-EAAE-836F-FE6C-677FFDA21DF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09600" y="3601185"/>
            <a:ext cx="5003800" cy="43033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32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66CB046-3633-4438-7782-8401F06780C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09600" y="4063089"/>
            <a:ext cx="5003800" cy="29392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F00DCC9-80D5-77D2-2C42-2EE1871F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pic>
        <p:nvPicPr>
          <p:cNvPr id="2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ee6dad28c4c0c">
            <a:extLst>
              <a:ext uri="{96DAC541-7B7A-43D3-8B79-37D633B846F1}">
                <asvg:svgBlip xmlns:asvg="http://schemas.microsoft.com/office/drawing/2016/SVG/main" r:embed="Rad44abd8b72b43af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2" y="5900063"/>
            <a:ext cx="1402076" cy="457199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13.xml><?xml version="1.0" encoding="utf-8"?>
<p:sldLayout xmlns:p="http://schemas.openxmlformats.org/presentationml/2006/main" showMasterSp="0" preserve="1" userDrawn="1">
  <p:cSld name="Two Speakers-whit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icture Placeholder 29">
            <a:extLst xmlns:a="http://schemas.openxmlformats.org/drawingml/2006/main">
              <a:ext uri="{FF2B5EF4-FFF2-40B4-BE49-F238E27FC236}">
                <a16:creationId xmlns:a16="http://schemas.microsoft.com/office/drawing/2014/main" id="{498DD797-078E-56E4-FAAA-D080D22746AC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7717537" y="0"/>
            <a:ext cx="4471416" cy="3429000"/>
          </a:xfrm>
          <a:custGeom xmlns:a="http://schemas.openxmlformats.org/drawingml/2006/main">
            <a:gdLst>
              <a:gd name="connsiteX0" fmla="*/ 596681 w 4471416"/>
              <a:gd name="connsiteY0" fmla="*/ 298207 h 3429000"/>
              <a:gd name="connsiteX1" fmla="*/ 596681 w 4471416"/>
              <a:gd name="connsiteY1" fmla="*/ 598210 h 3429000"/>
              <a:gd name="connsiteX2" fmla="*/ 896684 w 4471416"/>
              <a:gd name="connsiteY2" fmla="*/ 598210 h 3429000"/>
              <a:gd name="connsiteX3" fmla="*/ 896684 w 4471416"/>
              <a:gd name="connsiteY3" fmla="*/ 298207 h 3429000"/>
              <a:gd name="connsiteX4" fmla="*/ 600007 w 4471416"/>
              <a:gd name="connsiteY4" fmla="*/ 0 h 3429000"/>
              <a:gd name="connsiteX5" fmla="*/ 4471416 w 4471416"/>
              <a:gd name="connsiteY5" fmla="*/ 0 h 3429000"/>
              <a:gd name="connsiteX6" fmla="*/ 4471416 w 4471416"/>
              <a:gd name="connsiteY6" fmla="*/ 3429000 h 3429000"/>
              <a:gd name="connsiteX7" fmla="*/ 4461762 w 4471416"/>
              <a:gd name="connsiteY7" fmla="*/ 3429000 h 3429000"/>
              <a:gd name="connsiteX8" fmla="*/ 4461762 w 4471416"/>
              <a:gd name="connsiteY8" fmla="*/ 3146539 h 3429000"/>
              <a:gd name="connsiteX9" fmla="*/ 3866920 w 4471416"/>
              <a:gd name="connsiteY9" fmla="*/ 3146539 h 3429000"/>
              <a:gd name="connsiteX10" fmla="*/ 3866920 w 4471416"/>
              <a:gd name="connsiteY10" fmla="*/ 2845980 h 3429000"/>
              <a:gd name="connsiteX11" fmla="*/ 4166923 w 4471416"/>
              <a:gd name="connsiteY11" fmla="*/ 2845980 h 3429000"/>
              <a:gd name="connsiteX12" fmla="*/ 4166923 w 4471416"/>
              <a:gd name="connsiteY12" fmla="*/ 2545977 h 3429000"/>
              <a:gd name="connsiteX13" fmla="*/ 3866920 w 4471416"/>
              <a:gd name="connsiteY13" fmla="*/ 2545977 h 3429000"/>
              <a:gd name="connsiteX14" fmla="*/ 3866920 w 4471416"/>
              <a:gd name="connsiteY14" fmla="*/ 2844646 h 3429000"/>
              <a:gd name="connsiteX15" fmla="*/ 3598648 w 4471416"/>
              <a:gd name="connsiteY15" fmla="*/ 2844646 h 3429000"/>
              <a:gd name="connsiteX16" fmla="*/ 3598648 w 4471416"/>
              <a:gd name="connsiteY16" fmla="*/ 2545977 h 3429000"/>
              <a:gd name="connsiteX17" fmla="*/ 0 w 4471416"/>
              <a:gd name="connsiteY17" fmla="*/ 2545977 h 3429000"/>
              <a:gd name="connsiteX18" fmla="*/ 0 w 4471416"/>
              <a:gd name="connsiteY18" fmla="*/ 296412 h 3429000"/>
              <a:gd name="connsiteX19" fmla="*/ 600007 w 4471416"/>
              <a:gd name="connsiteY19" fmla="*/ 296412 h 3429000"/>
            </a:gdLst>
            <a:rect l="l" t="t" r="r" b="b"/>
            <a:pathLst>
              <a:path w="4471416" h="3429000">
                <a:moveTo>
                  <a:pt x="596681" y="298207"/>
                </a:moveTo>
                <a:lnTo>
                  <a:pt x="596681" y="598210"/>
                </a:lnTo>
                <a:lnTo>
                  <a:pt x="896684" y="598210"/>
                </a:lnTo>
                <a:lnTo>
                  <a:pt x="896684" y="298207"/>
                </a:lnTo>
                <a:close/>
                <a:moveTo>
                  <a:pt x="600007" y="0"/>
                </a:moveTo>
                <a:lnTo>
                  <a:pt x="4471416" y="0"/>
                </a:lnTo>
                <a:lnTo>
                  <a:pt x="4471416" y="3429000"/>
                </a:lnTo>
                <a:lnTo>
                  <a:pt x="4461762" y="3429000"/>
                </a:lnTo>
                <a:lnTo>
                  <a:pt x="4461762" y="3146539"/>
                </a:lnTo>
                <a:lnTo>
                  <a:pt x="3866920" y="3146539"/>
                </a:lnTo>
                <a:lnTo>
                  <a:pt x="3866920" y="2845980"/>
                </a:lnTo>
                <a:lnTo>
                  <a:pt x="4166923" y="2845980"/>
                </a:lnTo>
                <a:lnTo>
                  <a:pt x="4166923" y="2545977"/>
                </a:lnTo>
                <a:lnTo>
                  <a:pt x="3866920" y="2545977"/>
                </a:lnTo>
                <a:lnTo>
                  <a:pt x="3866920" y="2844646"/>
                </a:lnTo>
                <a:lnTo>
                  <a:pt x="3598648" y="2844646"/>
                </a:lnTo>
                <a:lnTo>
                  <a:pt x="3598648" y="2545977"/>
                </a:lnTo>
                <a:lnTo>
                  <a:pt x="0" y="2545977"/>
                </a:lnTo>
                <a:lnTo>
                  <a:pt x="0" y="296412"/>
                </a:lnTo>
                <a:lnTo>
                  <a:pt x="600007" y="296412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4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607DB825-7559-54E7-CAEC-C04E31E7F0AB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717537" y="3429000"/>
            <a:ext cx="4471416" cy="3160398"/>
          </a:xfrm>
          <a:custGeom xmlns:a="http://schemas.openxmlformats.org/drawingml/2006/main">
            <a:gdLst>
              <a:gd name="connsiteX0" fmla="*/ 596681 w 4471416"/>
              <a:gd name="connsiteY0" fmla="*/ 312066 h 3160398"/>
              <a:gd name="connsiteX1" fmla="*/ 596681 w 4471416"/>
              <a:gd name="connsiteY1" fmla="*/ 612069 h 3160398"/>
              <a:gd name="connsiteX2" fmla="*/ 896684 w 4471416"/>
              <a:gd name="connsiteY2" fmla="*/ 612069 h 3160398"/>
              <a:gd name="connsiteX3" fmla="*/ 896684 w 4471416"/>
              <a:gd name="connsiteY3" fmla="*/ 312066 h 3160398"/>
              <a:gd name="connsiteX4" fmla="*/ 597787 w 4471416"/>
              <a:gd name="connsiteY4" fmla="*/ 0 h 3160398"/>
              <a:gd name="connsiteX5" fmla="*/ 4471416 w 4471416"/>
              <a:gd name="connsiteY5" fmla="*/ 0 h 3160398"/>
              <a:gd name="connsiteX6" fmla="*/ 4471416 w 4471416"/>
              <a:gd name="connsiteY6" fmla="*/ 3160398 h 3160398"/>
              <a:gd name="connsiteX7" fmla="*/ 3890161 w 4471416"/>
              <a:gd name="connsiteY7" fmla="*/ 3160398 h 3160398"/>
              <a:gd name="connsiteX8" fmla="*/ 3890161 w 4471416"/>
              <a:gd name="connsiteY8" fmla="*/ 2859839 h 3160398"/>
              <a:gd name="connsiteX9" fmla="*/ 4190164 w 4471416"/>
              <a:gd name="connsiteY9" fmla="*/ 2859839 h 3160398"/>
              <a:gd name="connsiteX10" fmla="*/ 4190164 w 4471416"/>
              <a:gd name="connsiteY10" fmla="*/ 2559836 h 3160398"/>
              <a:gd name="connsiteX11" fmla="*/ 3890161 w 4471416"/>
              <a:gd name="connsiteY11" fmla="*/ 2559836 h 3160398"/>
              <a:gd name="connsiteX12" fmla="*/ 3890161 w 4471416"/>
              <a:gd name="connsiteY12" fmla="*/ 2858505 h 3160398"/>
              <a:gd name="connsiteX13" fmla="*/ 3598648 w 4471416"/>
              <a:gd name="connsiteY13" fmla="*/ 2858505 h 3160398"/>
              <a:gd name="connsiteX14" fmla="*/ 3598648 w 4471416"/>
              <a:gd name="connsiteY14" fmla="*/ 2558438 h 3160398"/>
              <a:gd name="connsiteX15" fmla="*/ 0 w 4471416"/>
              <a:gd name="connsiteY15" fmla="*/ 2558438 h 3160398"/>
              <a:gd name="connsiteX16" fmla="*/ 0 w 4471416"/>
              <a:gd name="connsiteY16" fmla="*/ 310271 h 3160398"/>
              <a:gd name="connsiteX17" fmla="*/ 600007 w 4471416"/>
              <a:gd name="connsiteY17" fmla="*/ 310271 h 3160398"/>
              <a:gd name="connsiteX18" fmla="*/ 600007 w 4471416"/>
              <a:gd name="connsiteY18" fmla="*/ 13859 h 3160398"/>
              <a:gd name="connsiteX19" fmla="*/ 597787 w 4471416"/>
              <a:gd name="connsiteY19" fmla="*/ 13859 h 3160398"/>
            </a:gdLst>
            <a:rect l="l" t="t" r="r" b="b"/>
            <a:pathLst>
              <a:path w="4471416" h="3160398">
                <a:moveTo>
                  <a:pt x="596681" y="312066"/>
                </a:moveTo>
                <a:lnTo>
                  <a:pt x="596681" y="612069"/>
                </a:lnTo>
                <a:lnTo>
                  <a:pt x="896684" y="612069"/>
                </a:lnTo>
                <a:lnTo>
                  <a:pt x="896684" y="312066"/>
                </a:lnTo>
                <a:close/>
                <a:moveTo>
                  <a:pt x="597787" y="0"/>
                </a:moveTo>
                <a:lnTo>
                  <a:pt x="4471416" y="0"/>
                </a:lnTo>
                <a:lnTo>
                  <a:pt x="4471416" y="3160398"/>
                </a:lnTo>
                <a:lnTo>
                  <a:pt x="3890161" y="3160398"/>
                </a:lnTo>
                <a:lnTo>
                  <a:pt x="3890161" y="2859839"/>
                </a:lnTo>
                <a:lnTo>
                  <a:pt x="4190164" y="2859839"/>
                </a:lnTo>
                <a:lnTo>
                  <a:pt x="4190164" y="2559836"/>
                </a:lnTo>
                <a:lnTo>
                  <a:pt x="3890161" y="2559836"/>
                </a:lnTo>
                <a:lnTo>
                  <a:pt x="3890161" y="2858505"/>
                </a:lnTo>
                <a:lnTo>
                  <a:pt x="3598648" y="2858505"/>
                </a:lnTo>
                <a:lnTo>
                  <a:pt x="3598648" y="2558438"/>
                </a:lnTo>
                <a:lnTo>
                  <a:pt x="0" y="2558438"/>
                </a:lnTo>
                <a:lnTo>
                  <a:pt x="0" y="310271"/>
                </a:lnTo>
                <a:lnTo>
                  <a:pt x="600007" y="310271"/>
                </a:lnTo>
                <a:lnTo>
                  <a:pt x="600007" y="13859"/>
                </a:lnTo>
                <a:lnTo>
                  <a:pt x="597787" y="13859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A747CD2-977A-C2B6-435C-39268A8098F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717537" y="2659717"/>
            <a:ext cx="3483863" cy="35564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11B188B-0B3A-3512-4453-59389A5C951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717537" y="3033584"/>
            <a:ext cx="3483863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4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771B411-20B0-D167-A8BA-702B7F1C030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7717537" y="6088717"/>
            <a:ext cx="3483863" cy="35564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E4E45B5-2B3B-EFFB-75C0-9B5491F50FF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7717537" y="6462584"/>
            <a:ext cx="3483863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4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43161F1-95BB-0C3A-2FE5-F311F9F3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A9DD9072-F37A-FF8E-7B96-042813868F9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647606"/>
            <a:ext cx="5003800" cy="1014866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>
              <a:buNone/>
              <a:defRPr sz="8000" b="1" i="0" spc="-150" baseline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pic>
        <p:nvPicPr>
          <p:cNvPr id="4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a53848a6749b6">
            <a:extLst>
              <a:ext uri="{96DAC541-7B7A-43D3-8B79-37D633B846F1}">
                <asvg:svgBlip xmlns:asvg="http://schemas.microsoft.com/office/drawing/2016/SVG/main" r:embed="R851180715266464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2" y="5900063"/>
            <a:ext cx="1402076" cy="457199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14.xml><?xml version="1.0" encoding="utf-8"?>
<p:sldLayout xmlns:p="http://schemas.openxmlformats.org/presentationml/2006/main" userDrawn="1">
  <p:cSld name="Team Photos-whit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icture Placeholder 55">
            <a:extLst xmlns:a="http://schemas.openxmlformats.org/drawingml/2006/main">
              <a:ext uri="{FF2B5EF4-FFF2-40B4-BE49-F238E27FC236}">
                <a16:creationId xmlns:a16="http://schemas.microsoft.com/office/drawing/2014/main" id="{9366387F-1731-5BA1-F6CF-FD4513AE2B02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2967228" y="1711220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7103 w 1618488"/>
              <a:gd name="connsiteY5" fmla="*/ 1618488 h 1618488"/>
              <a:gd name="connsiteX6" fmla="*/ 297103 w 1618488"/>
              <a:gd name="connsiteY6" fmla="*/ 1471283 h 1618488"/>
              <a:gd name="connsiteX7" fmla="*/ 149898 w 1618488"/>
              <a:gd name="connsiteY7" fmla="*/ 1471283 h 1618488"/>
              <a:gd name="connsiteX8" fmla="*/ 149898 w 1618488"/>
              <a:gd name="connsiteY8" fmla="*/ 1618488 h 1618488"/>
              <a:gd name="connsiteX9" fmla="*/ 0 w 1618488"/>
              <a:gd name="connsiteY9" fmla="*/ 1618488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7103" y="1618488"/>
                </a:lnTo>
                <a:lnTo>
                  <a:pt x="297103" y="1471283"/>
                </a:lnTo>
                <a:lnTo>
                  <a:pt x="149898" y="1471283"/>
                </a:lnTo>
                <a:lnTo>
                  <a:pt x="149898" y="1618488"/>
                </a:lnTo>
                <a:lnTo>
                  <a:pt x="0" y="1618488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58" name="Picture Placeholder 57">
            <a:extLst xmlns:a="http://schemas.openxmlformats.org/drawingml/2006/main">
              <a:ext uri="{FF2B5EF4-FFF2-40B4-BE49-F238E27FC236}">
                <a16:creationId xmlns:a16="http://schemas.microsoft.com/office/drawing/2014/main" id="{97D46CF3-7CCF-1E60-1BB1-4C02697C18C5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286756" y="1711220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618488 h 1618488"/>
              <a:gd name="connsiteX3" fmla="*/ 1464830 w 1618488"/>
              <a:gd name="connsiteY3" fmla="*/ 1618488 h 1618488"/>
              <a:gd name="connsiteX4" fmla="*/ 1464830 w 1618488"/>
              <a:gd name="connsiteY4" fmla="*/ 1471283 h 1618488"/>
              <a:gd name="connsiteX5" fmla="*/ 1317625 w 1618488"/>
              <a:gd name="connsiteY5" fmla="*/ 1471283 h 1618488"/>
              <a:gd name="connsiteX6" fmla="*/ 1317625 w 1618488"/>
              <a:gd name="connsiteY6" fmla="*/ 1618488 h 1618488"/>
              <a:gd name="connsiteX7" fmla="*/ 0 w 1618488"/>
              <a:gd name="connsiteY7" fmla="*/ 1618488 h 1618488"/>
              <a:gd name="connsiteX8" fmla="*/ 0 w 1618488"/>
              <a:gd name="connsiteY8" fmla="*/ 147205 h 1618488"/>
              <a:gd name="connsiteX9" fmla="*/ 147205 w 1618488"/>
              <a:gd name="connsiteY9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618488"/>
                </a:lnTo>
                <a:lnTo>
                  <a:pt x="1464830" y="1618488"/>
                </a:lnTo>
                <a:lnTo>
                  <a:pt x="1464830" y="1471283"/>
                </a:lnTo>
                <a:lnTo>
                  <a:pt x="1317625" y="1471283"/>
                </a:lnTo>
                <a:lnTo>
                  <a:pt x="1317625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3" name="Picture Placeholder 62">
            <a:extLst xmlns:a="http://schemas.openxmlformats.org/drawingml/2006/main">
              <a:ext uri="{FF2B5EF4-FFF2-40B4-BE49-F238E27FC236}">
                <a16:creationId xmlns:a16="http://schemas.microsoft.com/office/drawing/2014/main" id="{BE7CB4A2-4B09-FE21-8A60-0E6D7C5A3670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1844686" y="4262909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6" name="Picture Placeholder 65">
            <a:extLst xmlns:a="http://schemas.openxmlformats.org/drawingml/2006/main">
              <a:ext uri="{FF2B5EF4-FFF2-40B4-BE49-F238E27FC236}">
                <a16:creationId xmlns:a16="http://schemas.microsoft.com/office/drawing/2014/main" id="{3F68F1D3-A542-689C-5BA2-B3F65EED79FC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4221965" y="4262909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2283 w 1618488"/>
              <a:gd name="connsiteY5" fmla="*/ 1618488 h 1618488"/>
              <a:gd name="connsiteX6" fmla="*/ 292283 w 1618488"/>
              <a:gd name="connsiteY6" fmla="*/ 1471283 h 1618488"/>
              <a:gd name="connsiteX7" fmla="*/ 145078 w 1618488"/>
              <a:gd name="connsiteY7" fmla="*/ 1471283 h 1618488"/>
              <a:gd name="connsiteX8" fmla="*/ 145078 w 1618488"/>
              <a:gd name="connsiteY8" fmla="*/ 1618488 h 1618488"/>
              <a:gd name="connsiteX9" fmla="*/ 0 w 1618488"/>
              <a:gd name="connsiteY9" fmla="*/ 1618488 h 1618488"/>
              <a:gd name="connsiteX10" fmla="*/ 0 w 1618488"/>
              <a:gd name="connsiteY10" fmla="*/ 1469158 h 1618488"/>
              <a:gd name="connsiteX11" fmla="*/ 147204 w 1618488"/>
              <a:gd name="connsiteY11" fmla="*/ 1469158 h 1618488"/>
              <a:gd name="connsiteX12" fmla="*/ 147204 w 1618488"/>
              <a:gd name="connsiteY12" fmla="*/ 1321953 h 1618488"/>
              <a:gd name="connsiteX13" fmla="*/ 0 w 1618488"/>
              <a:gd name="connsiteY13" fmla="*/ 1321953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2283" y="1618488"/>
                </a:lnTo>
                <a:lnTo>
                  <a:pt x="292283" y="1471283"/>
                </a:lnTo>
                <a:lnTo>
                  <a:pt x="145078" y="1471283"/>
                </a:lnTo>
                <a:lnTo>
                  <a:pt x="145078" y="1618488"/>
                </a:lnTo>
                <a:lnTo>
                  <a:pt x="0" y="1618488"/>
                </a:lnTo>
                <a:lnTo>
                  <a:pt x="0" y="1469158"/>
                </a:lnTo>
                <a:lnTo>
                  <a:pt x="147204" y="1469158"/>
                </a:lnTo>
                <a:lnTo>
                  <a:pt x="147204" y="1321953"/>
                </a:lnTo>
                <a:lnTo>
                  <a:pt x="0" y="1321953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8EFA35-6731-4F3D-E745-9BD2051525B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59" name="Picture Placeholder 58">
            <a:extLst xmlns:a="http://schemas.openxmlformats.org/drawingml/2006/main">
              <a:ext uri="{FF2B5EF4-FFF2-40B4-BE49-F238E27FC236}">
                <a16:creationId xmlns:a16="http://schemas.microsoft.com/office/drawing/2014/main" id="{3D75D933-0AEC-8E20-2208-13BCA8958D9B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9925812" y="1711220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618488 h 1618488"/>
              <a:gd name="connsiteX3" fmla="*/ 1464830 w 1618488"/>
              <a:gd name="connsiteY3" fmla="*/ 1618488 h 1618488"/>
              <a:gd name="connsiteX4" fmla="*/ 1464830 w 1618488"/>
              <a:gd name="connsiteY4" fmla="*/ 1471283 h 1618488"/>
              <a:gd name="connsiteX5" fmla="*/ 1317625 w 1618488"/>
              <a:gd name="connsiteY5" fmla="*/ 1471283 h 1618488"/>
              <a:gd name="connsiteX6" fmla="*/ 1317625 w 1618488"/>
              <a:gd name="connsiteY6" fmla="*/ 1618488 h 1618488"/>
              <a:gd name="connsiteX7" fmla="*/ 0 w 1618488"/>
              <a:gd name="connsiteY7" fmla="*/ 1618488 h 1618488"/>
              <a:gd name="connsiteX8" fmla="*/ 0 w 1618488"/>
              <a:gd name="connsiteY8" fmla="*/ 147205 h 1618488"/>
              <a:gd name="connsiteX9" fmla="*/ 147205 w 1618488"/>
              <a:gd name="connsiteY9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618488"/>
                </a:lnTo>
                <a:lnTo>
                  <a:pt x="1464830" y="1618488"/>
                </a:lnTo>
                <a:lnTo>
                  <a:pt x="1464830" y="1471283"/>
                </a:lnTo>
                <a:lnTo>
                  <a:pt x="1317625" y="1471283"/>
                </a:lnTo>
                <a:lnTo>
                  <a:pt x="1317625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0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718365BF-5CD4-428D-A6FC-D404D6BFC997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7606284" y="1711220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7103 w 1618488"/>
              <a:gd name="connsiteY5" fmla="*/ 1618488 h 1618488"/>
              <a:gd name="connsiteX6" fmla="*/ 297103 w 1618488"/>
              <a:gd name="connsiteY6" fmla="*/ 1471283 h 1618488"/>
              <a:gd name="connsiteX7" fmla="*/ 149898 w 1618488"/>
              <a:gd name="connsiteY7" fmla="*/ 1471283 h 1618488"/>
              <a:gd name="connsiteX8" fmla="*/ 149898 w 1618488"/>
              <a:gd name="connsiteY8" fmla="*/ 1618488 h 1618488"/>
              <a:gd name="connsiteX9" fmla="*/ 0 w 1618488"/>
              <a:gd name="connsiteY9" fmla="*/ 1618488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7103" y="1618488"/>
                </a:lnTo>
                <a:lnTo>
                  <a:pt x="297103" y="1471283"/>
                </a:lnTo>
                <a:lnTo>
                  <a:pt x="149898" y="1471283"/>
                </a:lnTo>
                <a:lnTo>
                  <a:pt x="149898" y="1618488"/>
                </a:lnTo>
                <a:lnTo>
                  <a:pt x="0" y="1618488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7" name="Picture Placeholder 66">
            <a:extLst xmlns:a="http://schemas.openxmlformats.org/drawingml/2006/main">
              <a:ext uri="{FF2B5EF4-FFF2-40B4-BE49-F238E27FC236}">
                <a16:creationId xmlns:a16="http://schemas.microsoft.com/office/drawing/2014/main" id="{09C72878-2822-C899-7703-95FAB01A6CEF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6599244" y="4262909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8" name="Picture Placeholder 67">
            <a:extLst xmlns:a="http://schemas.openxmlformats.org/drawingml/2006/main">
              <a:ext uri="{FF2B5EF4-FFF2-40B4-BE49-F238E27FC236}">
                <a16:creationId xmlns:a16="http://schemas.microsoft.com/office/drawing/2014/main" id="{71E38E86-F889-49A1-C955-DDE68167FCCD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8976523" y="4262909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2283 w 1618488"/>
              <a:gd name="connsiteY5" fmla="*/ 1618488 h 1618488"/>
              <a:gd name="connsiteX6" fmla="*/ 292283 w 1618488"/>
              <a:gd name="connsiteY6" fmla="*/ 1471283 h 1618488"/>
              <a:gd name="connsiteX7" fmla="*/ 145078 w 1618488"/>
              <a:gd name="connsiteY7" fmla="*/ 1471283 h 1618488"/>
              <a:gd name="connsiteX8" fmla="*/ 145078 w 1618488"/>
              <a:gd name="connsiteY8" fmla="*/ 1618488 h 1618488"/>
              <a:gd name="connsiteX9" fmla="*/ 0 w 1618488"/>
              <a:gd name="connsiteY9" fmla="*/ 1618488 h 1618488"/>
              <a:gd name="connsiteX10" fmla="*/ 0 w 1618488"/>
              <a:gd name="connsiteY10" fmla="*/ 1469158 h 1618488"/>
              <a:gd name="connsiteX11" fmla="*/ 147204 w 1618488"/>
              <a:gd name="connsiteY11" fmla="*/ 1469158 h 1618488"/>
              <a:gd name="connsiteX12" fmla="*/ 147204 w 1618488"/>
              <a:gd name="connsiteY12" fmla="*/ 1321953 h 1618488"/>
              <a:gd name="connsiteX13" fmla="*/ 0 w 1618488"/>
              <a:gd name="connsiteY13" fmla="*/ 1321953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2283" y="1618488"/>
                </a:lnTo>
                <a:lnTo>
                  <a:pt x="292283" y="1471283"/>
                </a:lnTo>
                <a:lnTo>
                  <a:pt x="145078" y="1471283"/>
                </a:lnTo>
                <a:lnTo>
                  <a:pt x="145078" y="1618488"/>
                </a:lnTo>
                <a:lnTo>
                  <a:pt x="0" y="1618488"/>
                </a:lnTo>
                <a:lnTo>
                  <a:pt x="0" y="1469158"/>
                </a:lnTo>
                <a:lnTo>
                  <a:pt x="147204" y="1469158"/>
                </a:lnTo>
                <a:lnTo>
                  <a:pt x="147204" y="1321953"/>
                </a:lnTo>
                <a:lnTo>
                  <a:pt x="0" y="1321953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5EC73FF-8AD8-D46B-84CB-0EAFA4918846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379841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0C2D8E7-B31D-B5AA-B910-64CA8E0925AB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79841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4" name="Picture Placeholder 53">
            <a:extLst xmlns:a="http://schemas.openxmlformats.org/drawingml/2006/main">
              <a:ext uri="{FF2B5EF4-FFF2-40B4-BE49-F238E27FC236}">
                <a16:creationId xmlns:a16="http://schemas.microsoft.com/office/drawing/2014/main" id="{9EE3DC73-2512-62FB-DCDC-68F87A9FC23B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647700" y="1711220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618488 h 1618488"/>
              <a:gd name="connsiteX3" fmla="*/ 1464830 w 1618488"/>
              <a:gd name="connsiteY3" fmla="*/ 1618488 h 1618488"/>
              <a:gd name="connsiteX4" fmla="*/ 1464830 w 1618488"/>
              <a:gd name="connsiteY4" fmla="*/ 1471283 h 1618488"/>
              <a:gd name="connsiteX5" fmla="*/ 1317625 w 1618488"/>
              <a:gd name="connsiteY5" fmla="*/ 1471283 h 1618488"/>
              <a:gd name="connsiteX6" fmla="*/ 1317625 w 1618488"/>
              <a:gd name="connsiteY6" fmla="*/ 1618488 h 1618488"/>
              <a:gd name="connsiteX7" fmla="*/ 0 w 1618488"/>
              <a:gd name="connsiteY7" fmla="*/ 1618488 h 1618488"/>
              <a:gd name="connsiteX8" fmla="*/ 0 w 1618488"/>
              <a:gd name="connsiteY8" fmla="*/ 147205 h 1618488"/>
              <a:gd name="connsiteX9" fmla="*/ 147205 w 1618488"/>
              <a:gd name="connsiteY9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618488"/>
                </a:lnTo>
                <a:lnTo>
                  <a:pt x="1464830" y="1618488"/>
                </a:lnTo>
                <a:lnTo>
                  <a:pt x="1464830" y="1471283"/>
                </a:lnTo>
                <a:lnTo>
                  <a:pt x="1317625" y="1471283"/>
                </a:lnTo>
                <a:lnTo>
                  <a:pt x="1317625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2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06E42B6-AC96-0E0E-8962-E97D097F30B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2697014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6194EF8-3B58-2EB7-181D-84EB7E0CA2E7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2697014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FFA2455-68DA-ECF9-8D1C-D1D7DBF366DD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5116815" y="3406837"/>
            <a:ext cx="1958371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4650455-C5A1-D3F2-EE90-EDB060E072AF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5116815" y="3665641"/>
            <a:ext cx="1958371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3BD9D4D-9C7A-E105-B788-6EB78222D487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7336069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1FA9447-797C-707A-BEDF-FD2B6D35B241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7336069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7DDA1868-329D-373A-0A54-58FB5D4BFE03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9653242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A55E832-0430-C4DA-2EDB-24091F435F2E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9653242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4705317-90A6-3A1B-9E29-F484C2A4189E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577796" y="596300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6395E6A-D5BD-CCDD-0CD0-616D25F26409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577796" y="622180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385FD8A1-08CA-2923-86C1-9D4517BC40CD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3957314" y="597201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BE2340E-295C-D716-98CC-F201EA2F833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3957314" y="623081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453088C-DB9E-7188-4674-B7339CB82861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6325980" y="596300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468F382-2017-6A90-5E91-53DB2DAB4B24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6325980" y="622180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F729790-8694-10B1-9832-49108753177B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8705960" y="596300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20FE1FE-1D9C-59DB-385B-64C4C1FA6ADB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8705960" y="622180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showMasterSp="0" preserve="1" userDrawn="1">
  <p:cSld name="3_Title-Blocks + Photo-whit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4B4AED13-CDCA-35B1-2C9E-097B1E2C393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169848" y="0"/>
            <a:ext cx="7022152" cy="6858000"/>
          </a:xfrm>
          <a:custGeom xmlns:a="http://schemas.openxmlformats.org/drawingml/2006/main">
            <a:gdLst>
              <a:gd name="connsiteX0" fmla="*/ 0 w 7022152"/>
              <a:gd name="connsiteY0" fmla="*/ 1720850 h 6858000"/>
              <a:gd name="connsiteX1" fmla="*/ 855133 w 7022152"/>
              <a:gd name="connsiteY1" fmla="*/ 1720850 h 6858000"/>
              <a:gd name="connsiteX2" fmla="*/ 855133 w 7022152"/>
              <a:gd name="connsiteY2" fmla="*/ 2578100 h 6858000"/>
              <a:gd name="connsiteX3" fmla="*/ 0 w 7022152"/>
              <a:gd name="connsiteY3" fmla="*/ 2578100 h 6858000"/>
              <a:gd name="connsiteX4" fmla="*/ 2565400 w 7022152"/>
              <a:gd name="connsiteY4" fmla="*/ 0 h 6858000"/>
              <a:gd name="connsiteX5" fmla="*/ 7022152 w 7022152"/>
              <a:gd name="connsiteY5" fmla="*/ 0 h 6858000"/>
              <a:gd name="connsiteX6" fmla="*/ 7022152 w 7022152"/>
              <a:gd name="connsiteY6" fmla="*/ 6858000 h 6858000"/>
              <a:gd name="connsiteX7" fmla="*/ 1710267 w 7022152"/>
              <a:gd name="connsiteY7" fmla="*/ 6858000 h 6858000"/>
              <a:gd name="connsiteX8" fmla="*/ 1710267 w 7022152"/>
              <a:gd name="connsiteY8" fmla="*/ 3435350 h 6858000"/>
              <a:gd name="connsiteX9" fmla="*/ 855133 w 7022152"/>
              <a:gd name="connsiteY9" fmla="*/ 3435350 h 6858000"/>
              <a:gd name="connsiteX10" fmla="*/ 855133 w 7022152"/>
              <a:gd name="connsiteY10" fmla="*/ 2578100 h 6858000"/>
              <a:gd name="connsiteX11" fmla="*/ 1710267 w 7022152"/>
              <a:gd name="connsiteY11" fmla="*/ 2578100 h 6858000"/>
              <a:gd name="connsiteX12" fmla="*/ 1710267 w 7022152"/>
              <a:gd name="connsiteY12" fmla="*/ 857250 h 6858000"/>
              <a:gd name="connsiteX13" fmla="*/ 2565400 w 7022152"/>
              <a:gd name="connsiteY13" fmla="*/ 857250 h 6858000"/>
            </a:gdLst>
            <a:rect l="l" t="t" r="r" b="b"/>
            <a:pathLst>
              <a:path w="7022152" h="6858000">
                <a:moveTo>
                  <a:pt x="0" y="1720850"/>
                </a:moveTo>
                <a:lnTo>
                  <a:pt x="855133" y="1720850"/>
                </a:lnTo>
                <a:lnTo>
                  <a:pt x="855133" y="2578100"/>
                </a:lnTo>
                <a:lnTo>
                  <a:pt x="0" y="2578100"/>
                </a:lnTo>
                <a:close/>
                <a:moveTo>
                  <a:pt x="2565400" y="0"/>
                </a:moveTo>
                <a:lnTo>
                  <a:pt x="7022152" y="0"/>
                </a:lnTo>
                <a:lnTo>
                  <a:pt x="7022152" y="6858000"/>
                </a:lnTo>
                <a:lnTo>
                  <a:pt x="1710267" y="6858000"/>
                </a:lnTo>
                <a:lnTo>
                  <a:pt x="1710267" y="3435350"/>
                </a:lnTo>
                <a:lnTo>
                  <a:pt x="855133" y="3435350"/>
                </a:lnTo>
                <a:lnTo>
                  <a:pt x="855133" y="2578100"/>
                </a:lnTo>
                <a:lnTo>
                  <a:pt x="1710267" y="2578100"/>
                </a:lnTo>
                <a:lnTo>
                  <a:pt x="1710267" y="857250"/>
                </a:lnTo>
                <a:lnTo>
                  <a:pt x="2565400" y="8572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/>
          <a:p xmlns:a="http://schemas.openxmlformats.org/drawingml/2006/main">
            <a:r>
              <a:t>Click to add picture, then send to back</a:t>
            </a:r>
          </a:p>
        </p:txBody>
      </p:sp>
      <p:sp>
        <p:nvSpPr>
          <p:cNvPr id="2" name="Rectangle">
            <a:extLst xmlns:a="http://schemas.openxmlformats.org/drawingml/2006/main">
              <a:ext uri="{FF2B5EF4-FFF2-40B4-BE49-F238E27FC236}">
                <a16:creationId xmlns:a16="http://schemas.microsoft.com/office/drawing/2014/main" id="{F50185D1-C33F-ABCD-523E-528059B2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sp>
        <p:nvSpPr>
          <p:cNvPr id="12" name="Rectangle">
            <a:extLst xmlns:a="http://schemas.openxmlformats.org/drawingml/2006/main">
              <a:ext uri="{FF2B5EF4-FFF2-40B4-BE49-F238E27FC236}">
                <a16:creationId xmlns:a16="http://schemas.microsoft.com/office/drawing/2014/main" id="{C5ADC9C4-F297-C3DE-77E7-92342578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499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accent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sp>
        <p:nvSpPr>
          <p:cNvPr id="13" name="Title 1">
            <a:extLst xmlns:a="http://schemas.openxmlformats.org/drawingml/2006/main">
              <a:ext uri="{FF2B5EF4-FFF2-40B4-BE49-F238E27FC236}">
                <a16:creationId xmlns:a16="http://schemas.microsoft.com/office/drawing/2014/main" id="{1E364E95-0352-9CA1-7483-67F4A0417DE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10331" y="2597215"/>
            <a:ext cx="5485669" cy="154510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algn="l">
              <a:buNone/>
              <a:defRPr sz="6000" spc="-15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15BC8D4-0E27-32C0-9DE6-198492A948B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10331" y="4285794"/>
            <a:ext cx="5485669" cy="29392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tx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Presentation subtitle goes here.">
            <a:extLst xmlns:a="http://schemas.openxmlformats.org/drawingml/2006/main">
              <a:ext uri="{FF2B5EF4-FFF2-40B4-BE49-F238E27FC236}">
                <a16:creationId xmlns:a16="http://schemas.microsoft.com/office/drawing/2014/main" id="{4071DF31-1014-7467-D30D-A88433BAD3F7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10331" y="5850764"/>
            <a:ext cx="5510631" cy="630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ts val="1000"/>
              </a:lnSpc>
              <a:spcBef>
                <a:spcPts val="0"/>
              </a:spcBef>
              <a:buNone/>
              <a:tabLst>
                <a:tab pos="2222500" algn="l"/>
              </a:tabLst>
              <a:defRPr sz="1000" spc="-25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Presentation subtitle goes here.</a:t>
            </a:r>
          </a:p>
        </p:txBody>
      </p:sp>
      <p:pic>
        <p:nvPicPr>
          <p:cNvPr id="23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14fc03a394b38">
            <a:extLst>
              <a:ext uri="{96DAC541-7B7A-43D3-8B79-37D633B846F1}">
                <asvg:svgBlip xmlns:asvg="http://schemas.microsoft.com/office/drawing/2016/SVG/main" r:embed="Rdfcace7d97b24200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2" y="463370"/>
            <a:ext cx="1402076" cy="457199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16.xml><?xml version="1.0" encoding="utf-8"?>
<p:sldLayout xmlns:p="http://schemas.openxmlformats.org/presentationml/2006/main" userDrawn="1">
  <p:cSld name="Agenda-Five Topic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F88AD5-E949-4AE1-8644-686DA8A505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520CDC1-6B09-D5D5-2CF2-E87A08C913E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81099" y="132238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825A02C-3FA0-0624-DE53-C67CC230DCB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81099" y="2348800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0D1A9AB-E45B-72D5-E442-2E623291A75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81099" y="3375212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FFD6734-A0C3-BE10-5DD0-416382B3D04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99" y="4401624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FE891857-BFD1-0511-117F-6C5B0254477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575210" y="1322388"/>
            <a:ext cx="5416552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agenda or list item; ## at left is editable.</a:t>
            </a:r>
          </a:p>
        </p:txBody>
      </p:sp>
      <p:sp>
        <p:nvSpPr>
          <p:cNvPr id="12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63A409E0-38D8-CF6D-EAD0-5A31FA837A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575210" y="2348800"/>
            <a:ext cx="5416552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3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7E398C9E-702E-C7FF-4DC7-0F3BB252BC1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575210" y="3375212"/>
            <a:ext cx="5416552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4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2E24ADF5-99FC-2682-D908-735C92327D28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575210" y="5428038"/>
            <a:ext cx="5416552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7ED5867F-C3D5-3F42-E4EF-3E02F4E2E05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81099" y="542803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4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4BB7BC48-C500-2C01-33F8-9168C5E7F928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575210" y="4401624"/>
            <a:ext cx="5416552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EF6FF38-D6C0-7D76-B48B-E1DFFDC5270C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preserve="1" userDrawn="1">
  <p:cSld name="Agenda-Ten Topic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F88AD5-E949-4AE1-8644-686DA8A505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520CDC1-6B09-D5D5-2CF2-E87A08C913E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81099" y="132238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825A02C-3FA0-0624-DE53-C67CC230DCB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81099" y="2348800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0D1A9AB-E45B-72D5-E442-2E623291A75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81099" y="3375212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FFD6734-A0C3-BE10-5DD0-416382B3D04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99" y="4401624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FE891857-BFD1-0511-117F-6C5B0254477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575210" y="1322388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agenda or list item; ## at left is editable.</a:t>
            </a:r>
          </a:p>
        </p:txBody>
      </p:sp>
      <p:sp>
        <p:nvSpPr>
          <p:cNvPr id="12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63A409E0-38D8-CF6D-EAD0-5A31FA837A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575210" y="2348800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3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7E398C9E-702E-C7FF-4DC7-0F3BB252BC1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575210" y="3375212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4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2E24ADF5-99FC-2682-D908-735C92327D28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575210" y="5428038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7ED5867F-C3D5-3F42-E4EF-3E02F4E2E05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81099" y="542803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4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4BB7BC48-C500-2C01-33F8-9168C5E7F928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575210" y="4401624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3786B00-3544-5C3A-F913-77BEA5354C8B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386483" y="132238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3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49CF4EB-C719-6BBC-210E-FC4181B1D6A9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386483" y="2348800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3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00AF3BB-A50C-E8E7-05B3-567C5552DBF6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6386483" y="3375212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3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303A804-7733-D272-C36E-C08586FF65AB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6386483" y="4401624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37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3B0D31D7-9231-8F2D-DC0C-309EC6852E68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7580594" y="1322388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8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743F4806-F853-D743-6E31-A85F86E7F5B0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7580594" y="2348800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9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1064F175-90F5-DD52-6F97-1EBCF6808C4D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7580594" y="3375212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40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E8518DCC-95A3-C5A9-DC0F-651267311958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7580594" y="5428038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4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A43D721-A2F4-7827-E514-26B05F9B45C5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6386483" y="542803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42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C5A3108E-259D-2A27-34D2-6A1EA6B1B8E1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7580594" y="4401624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98E8538-CC55-5C19-7A53-3BBBA7501FF2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preserve="1" userDrawn="1">
  <p:cSld name="Agenda/Topic slid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DFAE0E-AD2A-DE43-D325-50AD9027E66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978F29F-2A5F-D709-A046-DAFCF617678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00" y="2908060"/>
            <a:ext cx="2523744" cy="310215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82880">
              <a:buNone/>
              <a:defRPr>
                <a:solidFill>
                  <a:schemeClr val="tx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tx1"/>
                </a:solidFill>
              </a:defRPr>
            </a:lvl3pPr>
            <a:lvl4pPr marL="548640">
              <a:buNone/>
              <a:defRPr>
                <a:solidFill>
                  <a:schemeClr val="tx1"/>
                </a:solidFill>
              </a:defRPr>
            </a:lvl4pPr>
            <a:lvl5pPr marL="731520"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r>
              <a:t>Add text here; number above is editable.  Use number format 01, 02, etc.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AFCC4D41-5ABD-BFFF-1214-BC8B7867088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349752" y="2908060"/>
            <a:ext cx="2523744" cy="310215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82880">
              <a:buNone/>
              <a:defRPr>
                <a:solidFill>
                  <a:schemeClr val="tx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tx1"/>
                </a:solidFill>
              </a:defRPr>
            </a:lvl3pPr>
            <a:lvl4pPr marL="548640">
              <a:buNone/>
              <a:defRPr>
                <a:solidFill>
                  <a:schemeClr val="tx1"/>
                </a:solidFill>
              </a:defRPr>
            </a:lvl4pPr>
            <a:lvl5pPr marL="731520"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6359C36-DD63-0BAE-4FFE-8DC4243A42F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318504" y="2908060"/>
            <a:ext cx="2523744" cy="310215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82880">
              <a:buNone/>
              <a:defRPr>
                <a:solidFill>
                  <a:schemeClr val="tx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tx1"/>
                </a:solidFill>
              </a:defRPr>
            </a:lvl3pPr>
            <a:lvl4pPr marL="548640">
              <a:buNone/>
              <a:defRPr>
                <a:solidFill>
                  <a:schemeClr val="tx1"/>
                </a:solidFill>
              </a:defRPr>
            </a:lvl4pPr>
            <a:lvl5pPr marL="731520"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3244C3F-EB26-094B-BF32-315C079BBA2B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287255" y="2908060"/>
            <a:ext cx="2523744" cy="310215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82880">
              <a:buNone/>
              <a:defRPr>
                <a:solidFill>
                  <a:schemeClr val="tx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tx1"/>
                </a:solidFill>
              </a:defRPr>
            </a:lvl3pPr>
            <a:lvl4pPr marL="548640">
              <a:buNone/>
              <a:defRPr>
                <a:solidFill>
                  <a:schemeClr val="tx1"/>
                </a:solidFill>
              </a:defRPr>
            </a:lvl4pPr>
            <a:lvl5pPr marL="731520"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D20E8D51-D2EE-930A-4C37-4AAF259C59DB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81000" y="1543250"/>
            <a:ext cx="2523745" cy="1327843"/>
          </a:xfrm>
        </p:spPr>
        <p:txBody>
          <a:bodyPr xmlns:a="http://schemas.openxmlformats.org/drawingml/2006/main" wrap="square" lIns="0" anchor="b">
            <a:noAutofit/>
          </a:bodyPr>
          <a:lstStyle xmlns:a="http://schemas.openxmlformats.org/drawingml/2006/main">
            <a:lvl1pPr marL="0" indent="0">
              <a:buNone/>
              <a:defRPr sz="8600" b="1" i="0" spc="-1000" baseline="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r>
              <a:t>##</a:t>
            </a:r>
          </a:p>
        </p:txBody>
      </p:sp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B7C53936-8680-708D-3DFB-A9D44CF46EFF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349752" y="1543250"/>
            <a:ext cx="2523745" cy="1327843"/>
          </a:xfrm>
        </p:spPr>
        <p:txBody>
          <a:bodyPr xmlns:a="http://schemas.openxmlformats.org/drawingml/2006/main" wrap="square" lIns="0" anchor="b">
            <a:noAutofit/>
          </a:bodyPr>
          <a:lstStyle xmlns:a="http://schemas.openxmlformats.org/drawingml/2006/main">
            <a:lvl1pPr marL="0" indent="0">
              <a:buNone/>
              <a:defRPr sz="8600" b="1" i="0" spc="-1000" baseline="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8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C7F86B1-9D3F-7041-5C0C-861686B41BB1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319289" y="1543250"/>
            <a:ext cx="2523745" cy="1327843"/>
          </a:xfrm>
        </p:spPr>
        <p:txBody>
          <a:bodyPr xmlns:a="http://schemas.openxmlformats.org/drawingml/2006/main" wrap="square" lIns="0" anchor="b">
            <a:noAutofit/>
          </a:bodyPr>
          <a:lstStyle xmlns:a="http://schemas.openxmlformats.org/drawingml/2006/main">
            <a:lvl1pPr marL="0" indent="0">
              <a:buNone/>
              <a:defRPr sz="8600" b="1" i="0" spc="-1000" baseline="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11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05BFE26-F03E-A400-1A61-EBB99F202572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9288826" y="1543250"/>
            <a:ext cx="2523745" cy="1327843"/>
          </a:xfrm>
        </p:spPr>
        <p:txBody>
          <a:bodyPr xmlns:a="http://schemas.openxmlformats.org/drawingml/2006/main" wrap="square" lIns="0" anchor="b">
            <a:noAutofit/>
          </a:bodyPr>
          <a:lstStyle xmlns:a="http://schemas.openxmlformats.org/drawingml/2006/main">
            <a:lvl1pPr marL="0" indent="0">
              <a:buNone/>
              <a:defRPr sz="8600" b="1" i="0" spc="-1000" baseline="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3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000AFE1-7DA1-C75A-7727-71F01F790BFF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showMasterSp="0" preserve="1" userDrawn="1">
  <p:cSld name="Section Slide-orang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0376C9-2356-22A6-5441-84E77464B55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41470" y="4961744"/>
            <a:ext cx="8829198" cy="92471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3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4FD67D-7BA3-C2D7-4395-16F69E74CF6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41470" y="5934077"/>
            <a:ext cx="8829198" cy="34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2000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B7E74FEA-39CD-808A-C76E-456383CF322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46020" y="2973674"/>
            <a:ext cx="3169505" cy="1988070"/>
          </a:xfrm>
        </p:spPr>
        <p:txBody>
          <a:bodyPr xmlns:a="http://schemas.openxmlformats.org/drawingml/2006/main" wrap="none" lIns="0" anchor="ctr">
            <a:noAutofit/>
          </a:bodyPr>
          <a:lstStyle xmlns:a="http://schemas.openxmlformats.org/drawingml/2006/main">
            <a:lvl1pPr marL="0" indent="0">
              <a:buNone/>
              <a:defRPr sz="17500" b="1" i="0" spc="-2000" baseline="0">
                <a:solidFill>
                  <a:srgbClr val="CE340B"/>
                </a:solidFill>
                <a:latin typeface="Arial Black"/>
                <a:ea typeface="Arial Black"/>
                <a:cs typeface="Arial Black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pic>
        <p:nvPicPr>
          <p:cNvPr id="19" name="Graphic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12585a40d40ea">
            <a:extLst>
              <a:ext uri="{96DAC541-7B7A-43D3-8B79-37D633B846F1}">
                <asvg:svgBlip xmlns:asvg="http://schemas.microsoft.com/office/drawing/2016/SVG/main" r:embed="R172bb238f2ac4849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24590" y="5461000"/>
            <a:ext cx="1801706" cy="1206500"/>
          </a:xfrm>
          <a:prstGeom xmlns:a="http://schemas.openxmlformats.org/drawingml/2006/main" prst="rect">
            <a:avLst/>
          </a:prstGeom>
        </p:spPr>
      </p:pic>
      <p:sp>
        <p:nvSpPr>
          <p:cNvPr id="8" name="Rectangle">
            <a:extLst xmlns:a="http://schemas.openxmlformats.org/drawingml/2006/main">
              <a:ext uri="{FF2B5EF4-FFF2-40B4-BE49-F238E27FC236}">
                <a16:creationId xmlns:a16="http://schemas.microsoft.com/office/drawing/2014/main" id="{9FFAF51B-59B3-409A-0469-39EDEF33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pic>
        <p:nvPicPr>
          <p:cNvPr id="2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27089c2b54aa1">
            <a:extLst>
              <a:ext uri="{96DAC541-7B7A-43D3-8B79-37D633B846F1}">
                <asvg:svgBlip xmlns:asvg="http://schemas.microsoft.com/office/drawing/2016/SVG/main" r:embed="R6ce18fdfe8c94836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20.xml><?xml version="1.0" encoding="utf-8"?>
<p:sldLayout xmlns:p="http://schemas.openxmlformats.org/presentationml/2006/main" showMasterSp="0" preserve="1" userDrawn="1">
  <p:cSld name="Section Slide-teal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0376C9-2356-22A6-5441-84E77464B55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41470" y="4961744"/>
            <a:ext cx="8829198" cy="92471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3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4FD67D-7BA3-C2D7-4395-16F69E74CF6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41470" y="5934077"/>
            <a:ext cx="8829198" cy="34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2000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B7E74FEA-39CD-808A-C76E-456383CF322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46020" y="2973674"/>
            <a:ext cx="3169505" cy="1988070"/>
          </a:xfrm>
        </p:spPr>
        <p:txBody>
          <a:bodyPr xmlns:a="http://schemas.openxmlformats.org/drawingml/2006/main" wrap="none" lIns="0" anchor="ctr">
            <a:noAutofit/>
          </a:bodyPr>
          <a:lstStyle xmlns:a="http://schemas.openxmlformats.org/drawingml/2006/main">
            <a:lvl1pPr marL="0" indent="0">
              <a:buNone/>
              <a:defRPr sz="17500" b="1" i="0" spc="-2000" baseline="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pic>
        <p:nvPicPr>
          <p:cNvPr id="19" name="Graphic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71603a57546d5">
            <a:extLst>
              <a:ext uri="{96DAC541-7B7A-43D3-8B79-37D633B846F1}">
                <asvg:svgBlip xmlns:asvg="http://schemas.microsoft.com/office/drawing/2016/SVG/main" r:embed="R420e112f18a6403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24590" y="5461000"/>
            <a:ext cx="1801706" cy="1206500"/>
          </a:xfrm>
          <a:prstGeom xmlns:a="http://schemas.openxmlformats.org/drawingml/2006/main" prst="rect">
            <a:avLst/>
          </a:prstGeom>
        </p:spPr>
      </p:pic>
      <p:sp>
        <p:nvSpPr>
          <p:cNvPr id="8" name="Rectangle">
            <a:extLst xmlns:a="http://schemas.openxmlformats.org/drawingml/2006/main">
              <a:ext uri="{FF2B5EF4-FFF2-40B4-BE49-F238E27FC236}">
                <a16:creationId xmlns:a16="http://schemas.microsoft.com/office/drawing/2014/main" id="{9FFAF51B-59B3-409A-0469-39EDEF33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pic>
        <p:nvPicPr>
          <p:cNvPr id="2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7e08f8ac84988">
            <a:extLst>
              <a:ext uri="{96DAC541-7B7A-43D3-8B79-37D633B846F1}">
                <asvg:svgBlip xmlns:asvg="http://schemas.microsoft.com/office/drawing/2016/SVG/main" r:embed="R2f7fb076f6904a3a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21.xml><?xml version="1.0" encoding="utf-8"?>
<p:sldLayout xmlns:p="http://schemas.openxmlformats.org/presentationml/2006/main" preserve="1" userDrawn="1">
  <p:cSld name="One Column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9B9A595-1DF8-831F-0E8F-CACAD549B13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0" y="1821626"/>
            <a:ext cx="10193983" cy="461977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227EE4-DCAF-FE08-AE3E-E91A0BDBD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A7570823-0086-B5AF-DE53-521BC64B81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7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45ED6F52-F1E3-DD31-4B8F-D6B9F54DABB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00" y="1360555"/>
            <a:ext cx="10193982" cy="361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200" b="1" spc="0" baseline="0"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34AF4D-024E-9970-6233-003A1B10F31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436C617-602D-6D26-8627-2A45477594B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0" y="1823027"/>
            <a:ext cx="5524501" cy="382728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3BAAD7A-1842-B070-1699-D06503BBF8EC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286501" y="1823027"/>
            <a:ext cx="5534389" cy="382728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AD2AD9-0A39-15D0-98BD-74DF6725D6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A23CA2C3-0F06-86A4-D9AA-56C03974B50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00" y="1360555"/>
            <a:ext cx="5524500" cy="361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200" b="1" spc="0" baseline="0"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8DAF621-99E5-197D-63DA-8AEFF4DBE12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286502" y="1360555"/>
            <a:ext cx="5534387" cy="361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200" b="1" spc="0" baseline="0"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userDrawn="1">
  <p:cSld name="Three Column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EFCBBFC1-DBA9-47B0-8B7C-C8EF0A6DD6E6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280665" y="1384314"/>
            <a:ext cx="3628027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0983EFC-9FEF-46E8-9574-59C9D66F27CD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8182101" y="1384314"/>
            <a:ext cx="3628800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27AFD46-0A5D-43AC-A0F5-91BC9C4AE60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11ACB4-94FA-B33D-33AB-2FD1795BAE3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3729" y="1753387"/>
            <a:ext cx="3628800" cy="16756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2DE955-1B49-6E3A-31EA-24CE8BC2D2C2}"/>
              </a:ext>
            </a:extLst>
          </p:cNvPr>
          <p:cNvSpPr>
            <a:spLocks xmlns:a="http://schemas.openxmlformats.org/drawingml/2006/main" noGrp="1"/>
          </p:cNvSpPr>
          <p:nvPr>
            <p:ph idx="24" hasCustomPrompt="1"/>
          </p:nvPr>
        </p:nvSpPr>
        <p:spPr>
          <a:xfrm xmlns:a="http://schemas.openxmlformats.org/drawingml/2006/main">
            <a:off x="4293295" y="1753387"/>
            <a:ext cx="3615397" cy="16756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759764-A477-E70A-691C-BEE877A6BAA9}"/>
              </a:ext>
            </a:extLst>
          </p:cNvPr>
          <p:cNvSpPr>
            <a:spLocks xmlns:a="http://schemas.openxmlformats.org/drawingml/2006/main" noGrp="1"/>
          </p:cNvSpPr>
          <p:nvPr>
            <p:ph idx="25" hasCustomPrompt="1"/>
          </p:nvPr>
        </p:nvSpPr>
        <p:spPr>
          <a:xfrm xmlns:a="http://schemas.openxmlformats.org/drawingml/2006/main">
            <a:off x="8183880" y="1753387"/>
            <a:ext cx="3626249" cy="16756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DB369B1-99A9-9A3B-A823-59B20E2F7F78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4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91DF723-ACC5-FBB0-178C-D316E33C7E2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099" y="1384314"/>
            <a:ext cx="3628800" cy="276999"/>
          </a:xfrm>
        </p:spPr>
        <p:txBody>
          <a:bodyPr xmlns:a="http://schemas.openxmlformats.org/drawingml/2006/main" wrap="square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userDrawn="1">
  <p:cSld name="Four Column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BF14531-4635-4BAC-8BFB-80B5D5B93B76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099" y="1384314"/>
            <a:ext cx="2739600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5DED9890-AE6A-4175-A2D3-94CD8046DE11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3279096" y="1384314"/>
            <a:ext cx="2737695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7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5B79AD3-9CCE-4AA6-A9B4-5F9A43BC7813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6177092" y="1384314"/>
            <a:ext cx="2737695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9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2AD1F5CB-9325-407F-A82E-AD63D7DB55BC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9058603" y="1384314"/>
            <a:ext cx="2752298" cy="276999"/>
          </a:xfrm>
        </p:spPr>
        <p:txBody>
          <a:bodyPr xmlns:a="http://schemas.openxmlformats.org/drawingml/2006/main" wrap="square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A4D9F3-C7D9-43F2-953A-454ACDC677E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B6D97E-62E7-F7F5-E46B-2298B00F5F0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3731" y="1753386"/>
            <a:ext cx="2737696" cy="448664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AE90A48-FB44-6D04-9E12-3E811ADBA479}"/>
              </a:ext>
            </a:extLst>
          </p:cNvPr>
          <p:cNvSpPr>
            <a:spLocks xmlns:a="http://schemas.openxmlformats.org/drawingml/2006/main" noGrp="1"/>
          </p:cNvSpPr>
          <p:nvPr>
            <p:ph idx="26" hasCustomPrompt="1"/>
          </p:nvPr>
        </p:nvSpPr>
        <p:spPr>
          <a:xfrm xmlns:a="http://schemas.openxmlformats.org/drawingml/2006/main">
            <a:off x="3277608" y="1753386"/>
            <a:ext cx="2737696" cy="448664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568C5F9-F45F-847B-8596-03B381AAE52F}"/>
              </a:ext>
            </a:extLst>
          </p:cNvPr>
          <p:cNvSpPr>
            <a:spLocks xmlns:a="http://schemas.openxmlformats.org/drawingml/2006/main" noGrp="1"/>
          </p:cNvSpPr>
          <p:nvPr>
            <p:ph idx="27" hasCustomPrompt="1"/>
          </p:nvPr>
        </p:nvSpPr>
        <p:spPr>
          <a:xfrm xmlns:a="http://schemas.openxmlformats.org/drawingml/2006/main">
            <a:off x="6177091" y="1753386"/>
            <a:ext cx="2737696" cy="448664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B2B0D5C-62A3-F7A9-C7DE-10BE8EB8D0D4}"/>
              </a:ext>
            </a:extLst>
          </p:cNvPr>
          <p:cNvSpPr>
            <a:spLocks xmlns:a="http://schemas.openxmlformats.org/drawingml/2006/main" noGrp="1"/>
          </p:cNvSpPr>
          <p:nvPr>
            <p:ph idx="28" hasCustomPrompt="1"/>
          </p:nvPr>
        </p:nvSpPr>
        <p:spPr>
          <a:xfrm xmlns:a="http://schemas.openxmlformats.org/drawingml/2006/main">
            <a:off x="9064580" y="1753386"/>
            <a:ext cx="2737694" cy="448664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80A0927-7010-A9FF-B4C2-8AB57019AAF4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userDrawn="1">
  <p:cSld name="Five Column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BF14531-4635-4BAC-8BFB-80B5D5B93B76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100" y="1412014"/>
            <a:ext cx="2138400" cy="2492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9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2472D317-8C7C-4435-97B7-AD733CBE008E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2702313" y="1412014"/>
            <a:ext cx="2138400" cy="2492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1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7C950CA8-931F-42EC-8D1C-684B10BA33DF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5023525" y="1412014"/>
            <a:ext cx="2138400" cy="2492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1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CFB36ED7-BBFD-4DB9-9421-F9BE8CD07C55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7344738" y="1412014"/>
            <a:ext cx="2138400" cy="2492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D6519DA7-2099-4BBE-BC01-9482B3B5413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9676314" y="1412014"/>
            <a:ext cx="2131345" cy="249299"/>
          </a:xfrm>
        </p:spPr>
        <p:txBody>
          <a:bodyPr xmlns:a="http://schemas.openxmlformats.org/drawingml/2006/main" wrap="square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BDFC327-60D5-4420-B53E-212D6DE4887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A7882C4-C13B-778D-EC79-E04DE64A767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3730" y="1753386"/>
            <a:ext cx="2138400" cy="31200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B3709E8-CE64-6D9F-DBD4-679E92CB1CB8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815D66F-0B7B-034D-F198-C9DBBA63A55D}"/>
              </a:ext>
            </a:extLst>
          </p:cNvPr>
          <p:cNvSpPr>
            <a:spLocks xmlns:a="http://schemas.openxmlformats.org/drawingml/2006/main" noGrp="1"/>
          </p:cNvSpPr>
          <p:nvPr>
            <p:ph idx="34" hasCustomPrompt="1"/>
          </p:nvPr>
        </p:nvSpPr>
        <p:spPr>
          <a:xfrm xmlns:a="http://schemas.openxmlformats.org/drawingml/2006/main">
            <a:off x="2696959" y="1753386"/>
            <a:ext cx="2138400" cy="31200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58610FB-47AA-D94A-B9DE-CF2D5D231AA9}"/>
              </a:ext>
            </a:extLst>
          </p:cNvPr>
          <p:cNvSpPr>
            <a:spLocks xmlns:a="http://schemas.openxmlformats.org/drawingml/2006/main" noGrp="1"/>
          </p:cNvSpPr>
          <p:nvPr>
            <p:ph idx="35" hasCustomPrompt="1"/>
          </p:nvPr>
        </p:nvSpPr>
        <p:spPr>
          <a:xfrm xmlns:a="http://schemas.openxmlformats.org/drawingml/2006/main">
            <a:off x="5025293" y="1753386"/>
            <a:ext cx="2138400" cy="31200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9AEA758-F24F-B872-9BC7-1EB9D8F78F74}"/>
              </a:ext>
            </a:extLst>
          </p:cNvPr>
          <p:cNvSpPr>
            <a:spLocks xmlns:a="http://schemas.openxmlformats.org/drawingml/2006/main" noGrp="1"/>
          </p:cNvSpPr>
          <p:nvPr>
            <p:ph idx="36" hasCustomPrompt="1"/>
          </p:nvPr>
        </p:nvSpPr>
        <p:spPr>
          <a:xfrm xmlns:a="http://schemas.openxmlformats.org/drawingml/2006/main">
            <a:off x="7328226" y="1753386"/>
            <a:ext cx="2138400" cy="31200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B6737F-D664-73BF-0485-E0C4D3753723}"/>
              </a:ext>
            </a:extLst>
          </p:cNvPr>
          <p:cNvSpPr>
            <a:spLocks xmlns:a="http://schemas.openxmlformats.org/drawingml/2006/main" noGrp="1"/>
          </p:cNvSpPr>
          <p:nvPr>
            <p:ph idx="37" hasCustomPrompt="1"/>
          </p:nvPr>
        </p:nvSpPr>
        <p:spPr>
          <a:xfrm xmlns:a="http://schemas.openxmlformats.org/drawingml/2006/main">
            <a:off x="9669259" y="1753386"/>
            <a:ext cx="2138400" cy="31200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userDrawn="1">
  <p:cSld name="Six Column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BABC588-5798-4369-86EA-9B137E4E1DB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100" y="1384314"/>
            <a:ext cx="3614400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EFCBBFC1-DBA9-47B0-8B7C-C8EF0A6DD6E6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289390" y="1384314"/>
            <a:ext cx="3615616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0983EFC-9FEF-46E8-9574-59C9D66F27CD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8197680" y="1384314"/>
            <a:ext cx="3615616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3433CE7C-F359-47A8-841D-14982B8C8FE6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381100" y="4044052"/>
            <a:ext cx="3615616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2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3B24EDE4-1DE9-4DA3-A5DE-8AA56EA30F8A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4289390" y="4044052"/>
            <a:ext cx="3615616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753DB1F1-4AE8-4CB2-9862-800506C55B58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8197680" y="4044052"/>
            <a:ext cx="3615616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CE697B4-F430-4CA7-935A-2F894B6230E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F804C0-5265-CF0E-3CB1-467E0A3D080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3731" y="1753386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E56F9F-48BA-82AE-8115-CF9C80668CA4}"/>
              </a:ext>
            </a:extLst>
          </p:cNvPr>
          <p:cNvSpPr>
            <a:spLocks xmlns:a="http://schemas.openxmlformats.org/drawingml/2006/main" noGrp="1"/>
          </p:cNvSpPr>
          <p:nvPr>
            <p:ph idx="30" hasCustomPrompt="1"/>
          </p:nvPr>
        </p:nvSpPr>
        <p:spPr>
          <a:xfrm xmlns:a="http://schemas.openxmlformats.org/drawingml/2006/main">
            <a:off x="4289390" y="1753386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64D2BD6-C61F-9A56-33BA-B44D7F53EBA3}"/>
              </a:ext>
            </a:extLst>
          </p:cNvPr>
          <p:cNvSpPr>
            <a:spLocks xmlns:a="http://schemas.openxmlformats.org/drawingml/2006/main" noGrp="1"/>
          </p:cNvSpPr>
          <p:nvPr>
            <p:ph idx="31" hasCustomPrompt="1"/>
          </p:nvPr>
        </p:nvSpPr>
        <p:spPr>
          <a:xfrm xmlns:a="http://schemas.openxmlformats.org/drawingml/2006/main">
            <a:off x="8201300" y="1753386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EDD99AB-7F58-465A-8EF8-8315B96EE96D}"/>
              </a:ext>
            </a:extLst>
          </p:cNvPr>
          <p:cNvSpPr>
            <a:spLocks xmlns:a="http://schemas.openxmlformats.org/drawingml/2006/main" noGrp="1"/>
          </p:cNvSpPr>
          <p:nvPr>
            <p:ph idx="32" hasCustomPrompt="1"/>
          </p:nvPr>
        </p:nvSpPr>
        <p:spPr>
          <a:xfrm xmlns:a="http://schemas.openxmlformats.org/drawingml/2006/main">
            <a:off x="393731" y="4416199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D1FF061-B256-5F58-173E-63F4C841938E}"/>
              </a:ext>
            </a:extLst>
          </p:cNvPr>
          <p:cNvSpPr>
            <a:spLocks xmlns:a="http://schemas.openxmlformats.org/drawingml/2006/main" noGrp="1"/>
          </p:cNvSpPr>
          <p:nvPr>
            <p:ph idx="33" hasCustomPrompt="1"/>
          </p:nvPr>
        </p:nvSpPr>
        <p:spPr>
          <a:xfrm xmlns:a="http://schemas.openxmlformats.org/drawingml/2006/main">
            <a:off x="4289390" y="4416199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4F111D-796B-228C-9C93-D26FB3D4FD46}"/>
              </a:ext>
            </a:extLst>
          </p:cNvPr>
          <p:cNvSpPr>
            <a:spLocks xmlns:a="http://schemas.openxmlformats.org/drawingml/2006/main" noGrp="1"/>
          </p:cNvSpPr>
          <p:nvPr>
            <p:ph idx="34" hasCustomPrompt="1"/>
          </p:nvPr>
        </p:nvSpPr>
        <p:spPr>
          <a:xfrm xmlns:a="http://schemas.openxmlformats.org/drawingml/2006/main">
            <a:off x="8201300" y="4416199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63DAD0-A5EB-B549-9982-131ED4CEF1E8}"/>
              </a:ext>
            </a:extLst>
          </p:cNvPr>
          <p:cNvSpPr>
            <a:spLocks xmlns:a="http://schemas.openxmlformats.org/drawingml/2006/main" noGrp="1"/>
          </p:cNvSpPr>
          <p:nvPr>
            <p:ph type="sldNum" idx="36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preserve="1" userDrawn="1">
  <p:cSld name="Two Column Content-brand-color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34AF4D-024E-9970-6233-003A1B10F31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AD2AD9-0A39-15D0-98BD-74DF6725D6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A23CA2C3-0F06-86A4-D9AA-56C03974B50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381000" y="1360555"/>
            <a:ext cx="5524500" cy="361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200" b="1" spc="-150" baseline="0"/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1671B44-AFA9-0F8C-6421-E62A9283D1E1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000" y="1360555"/>
            <a:ext cx="5524499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340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A8AD04A-8E8C-DBC0-F6CB-00FB7E65BEE4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0999" y="1900555"/>
            <a:ext cx="5524499" cy="37497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4616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B731BD2F-4C6A-97FE-2C56-610D6E03D81F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274577" y="1360555"/>
            <a:ext cx="5524500" cy="361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200" b="1" spc="-150" baseline="0"/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11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9E71A952-A512-9A24-C110-C3C31E8A9912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274577" y="1360555"/>
            <a:ext cx="5524499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39A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AB07E7F-7793-C70D-9685-C48C439BA7A7}"/>
              </a:ext>
            </a:extLst>
          </p:cNvPr>
          <p:cNvSpPr>
            <a:spLocks xmlns:a="http://schemas.openxmlformats.org/drawingml/2006/main" noGrp="1"/>
          </p:cNvSpPr>
          <p:nvPr>
            <p:ph idx="22" hasCustomPrompt="1"/>
          </p:nvPr>
        </p:nvSpPr>
        <p:spPr>
          <a:xfrm xmlns:a="http://schemas.openxmlformats.org/drawingml/2006/main">
            <a:off x="6274576" y="1900555"/>
            <a:ext cx="5524499" cy="37497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  <p:hf hdr="0" ftr="0" dt="0"/>
</p:sldLayout>
</file>

<file path=ppt/slideLayouts/slideLayout28.xml><?xml version="1.0" encoding="utf-8"?>
<p:sldLayout xmlns:p="http://schemas.openxmlformats.org/presentationml/2006/main" preserve="1" userDrawn="1">
  <p:cSld name="Three Column Content-brand-color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BABC588-5798-4369-86EA-9B137E4E1DB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000" y="1357736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340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27AFD46-0A5D-43AC-A0F5-91BC9C4AE60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11ACB4-94FA-B33D-33AB-2FD1795BAE3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1" y="1897736"/>
            <a:ext cx="3615397" cy="27736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2DE955-1B49-6E3A-31EA-24CE8BC2D2C2}"/>
              </a:ext>
            </a:extLst>
          </p:cNvPr>
          <p:cNvSpPr>
            <a:spLocks xmlns:a="http://schemas.openxmlformats.org/drawingml/2006/main" noGrp="1"/>
          </p:cNvSpPr>
          <p:nvPr>
            <p:ph idx="24" hasCustomPrompt="1"/>
          </p:nvPr>
        </p:nvSpPr>
        <p:spPr>
          <a:xfrm xmlns:a="http://schemas.openxmlformats.org/drawingml/2006/main">
            <a:off x="4270611" y="1897736"/>
            <a:ext cx="3615397" cy="2773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759764-A477-E70A-691C-BEE877A6BAA9}"/>
              </a:ext>
            </a:extLst>
          </p:cNvPr>
          <p:cNvSpPr>
            <a:spLocks xmlns:a="http://schemas.openxmlformats.org/drawingml/2006/main" noGrp="1"/>
          </p:cNvSpPr>
          <p:nvPr>
            <p:ph idx="25" hasCustomPrompt="1"/>
          </p:nvPr>
        </p:nvSpPr>
        <p:spPr>
          <a:xfrm xmlns:a="http://schemas.openxmlformats.org/drawingml/2006/main">
            <a:off x="8184723" y="1897736"/>
            <a:ext cx="3615397" cy="2773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D6B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AB1811F-FDA0-2FB4-BDDF-4738DF47F837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4270612" y="1357736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39A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1E9FE03-AE3C-2ECB-9E9E-FC69441AD704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184724" y="1357736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64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C684674-DBD5-5302-6433-B05C11527B7C}"/>
              </a:ext>
            </a:extLst>
          </p:cNvPr>
          <p:cNvSpPr>
            <a:spLocks xmlns:a="http://schemas.openxmlformats.org/drawingml/2006/main" noGrp="1"/>
          </p:cNvSpPr>
          <p:nvPr>
            <p:ph type="sldNum" idx="29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29.xml><?xml version="1.0" encoding="utf-8"?>
<p:sldLayout xmlns:p="http://schemas.openxmlformats.org/presentationml/2006/main" preserve="1" userDrawn="1">
  <p:cSld name="Four Column Content-brand-color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A4D9F3-C7D9-43F2-953A-454ACDC677E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B97E6500-A8AC-8805-6A5F-5E7D20D5122D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381000" y="1358914"/>
            <a:ext cx="273769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340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85E6E58-04D8-D517-24A3-F26A8C00DF84}"/>
              </a:ext>
            </a:extLst>
          </p:cNvPr>
          <p:cNvSpPr>
            <a:spLocks xmlns:a="http://schemas.openxmlformats.org/drawingml/2006/main" noGrp="1"/>
          </p:cNvSpPr>
          <p:nvPr>
            <p:ph idx="30" hasCustomPrompt="1"/>
          </p:nvPr>
        </p:nvSpPr>
        <p:spPr>
          <a:xfrm xmlns:a="http://schemas.openxmlformats.org/drawingml/2006/main">
            <a:off x="380999" y="1898914"/>
            <a:ext cx="273769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1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5A62D0F2-E702-0BB5-7B75-26987B05A240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3274326" y="1358914"/>
            <a:ext cx="273769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39A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F6FC88-2DF4-7B47-A4C3-7614830BEDA9}"/>
              </a:ext>
            </a:extLst>
          </p:cNvPr>
          <p:cNvSpPr>
            <a:spLocks xmlns:a="http://schemas.openxmlformats.org/drawingml/2006/main" noGrp="1"/>
          </p:cNvSpPr>
          <p:nvPr>
            <p:ph idx="32" hasCustomPrompt="1"/>
          </p:nvPr>
        </p:nvSpPr>
        <p:spPr>
          <a:xfrm xmlns:a="http://schemas.openxmlformats.org/drawingml/2006/main">
            <a:off x="3274325" y="1898914"/>
            <a:ext cx="273769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1A8EBACF-F0CA-2700-E37B-DBF9634C9055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6167652" y="1358914"/>
            <a:ext cx="273769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64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609D86-B615-D29F-D8D7-EA251C67CE98}"/>
              </a:ext>
            </a:extLst>
          </p:cNvPr>
          <p:cNvSpPr>
            <a:spLocks xmlns:a="http://schemas.openxmlformats.org/drawingml/2006/main" noGrp="1"/>
          </p:cNvSpPr>
          <p:nvPr>
            <p:ph idx="34" hasCustomPrompt="1"/>
          </p:nvPr>
        </p:nvSpPr>
        <p:spPr>
          <a:xfrm xmlns:a="http://schemas.openxmlformats.org/drawingml/2006/main">
            <a:off x="6167651" y="1898914"/>
            <a:ext cx="273769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D6B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60957F81-7F15-196D-56B0-2E7110D6F3FF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9060978" y="1358914"/>
            <a:ext cx="273769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7D08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97BEE44-16B9-29E3-3845-12103D4E7371}"/>
              </a:ext>
            </a:extLst>
          </p:cNvPr>
          <p:cNvSpPr>
            <a:spLocks xmlns:a="http://schemas.openxmlformats.org/drawingml/2006/main" noGrp="1"/>
          </p:cNvSpPr>
          <p:nvPr>
            <p:ph idx="36" hasCustomPrompt="1"/>
          </p:nvPr>
        </p:nvSpPr>
        <p:spPr>
          <a:xfrm xmlns:a="http://schemas.openxmlformats.org/drawingml/2006/main">
            <a:off x="9060977" y="1898914"/>
            <a:ext cx="273769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9100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408723-80E2-1AAE-E66D-28C3B89D4A5A}"/>
              </a:ext>
            </a:extLst>
          </p:cNvPr>
          <p:cNvSpPr>
            <a:spLocks xmlns:a="http://schemas.openxmlformats.org/drawingml/2006/main" noGrp="1"/>
          </p:cNvSpPr>
          <p:nvPr>
            <p:ph type="sldNum" idx="38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30.xml><?xml version="1.0" encoding="utf-8"?>
<p:sldLayout xmlns:p="http://schemas.openxmlformats.org/presentationml/2006/main" preserve="1" userDrawn="1">
  <p:cSld name="Five Column Content-brand-color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BDFC327-60D5-4420-B53E-212D6DE4887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B3709E8-CE64-6D9F-DBD4-679E92CB1CB8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6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13AA52CE-5A28-D2DF-4FD2-FC7BE274F080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381001" y="1358914"/>
            <a:ext cx="214373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340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18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A2B05B6-6767-9C47-BD2A-F0F0D5EE76CB}"/>
              </a:ext>
            </a:extLst>
          </p:cNvPr>
          <p:cNvSpPr>
            <a:spLocks xmlns:a="http://schemas.openxmlformats.org/drawingml/2006/main" noGrp="1"/>
          </p:cNvSpPr>
          <p:nvPr>
            <p:ph idx="35" hasCustomPrompt="1"/>
          </p:nvPr>
        </p:nvSpPr>
        <p:spPr>
          <a:xfrm xmlns:a="http://schemas.openxmlformats.org/drawingml/2006/main">
            <a:off x="381000" y="1898914"/>
            <a:ext cx="214373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4616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17EF30D7-B439-880F-1182-77B8BFE227F7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2695971" y="1358914"/>
            <a:ext cx="214373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39A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18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B9173E-6EBE-E4B8-4BAD-C6FA65B757F8}"/>
              </a:ext>
            </a:extLst>
          </p:cNvPr>
          <p:cNvSpPr>
            <a:spLocks xmlns:a="http://schemas.openxmlformats.org/drawingml/2006/main" noGrp="1"/>
          </p:cNvSpPr>
          <p:nvPr>
            <p:ph idx="37" hasCustomPrompt="1"/>
          </p:nvPr>
        </p:nvSpPr>
        <p:spPr>
          <a:xfrm xmlns:a="http://schemas.openxmlformats.org/drawingml/2006/main">
            <a:off x="2695970" y="1898914"/>
            <a:ext cx="214373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71589F37-8CC9-F7D0-5A90-260D2F622E10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5010941" y="1358914"/>
            <a:ext cx="214373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64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18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FE6A92D-016F-1EE4-EA81-F61D7CB05FA1}"/>
              </a:ext>
            </a:extLst>
          </p:cNvPr>
          <p:cNvSpPr>
            <a:spLocks xmlns:a="http://schemas.openxmlformats.org/drawingml/2006/main" noGrp="1"/>
          </p:cNvSpPr>
          <p:nvPr>
            <p:ph idx="39" hasCustomPrompt="1"/>
          </p:nvPr>
        </p:nvSpPr>
        <p:spPr>
          <a:xfrm xmlns:a="http://schemas.openxmlformats.org/drawingml/2006/main">
            <a:off x="5010940" y="1898914"/>
            <a:ext cx="214373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D6B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4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9858CEFA-8EE2-84D2-A069-8A8EAC57AED5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7325911" y="1358914"/>
            <a:ext cx="214373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7D08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18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F1E5F68-2BC9-B9D6-8B03-28E2CD8758A6}"/>
              </a:ext>
            </a:extLst>
          </p:cNvPr>
          <p:cNvSpPr>
            <a:spLocks xmlns:a="http://schemas.openxmlformats.org/drawingml/2006/main" noGrp="1"/>
          </p:cNvSpPr>
          <p:nvPr>
            <p:ph idx="41" hasCustomPrompt="1"/>
          </p:nvPr>
        </p:nvSpPr>
        <p:spPr>
          <a:xfrm xmlns:a="http://schemas.openxmlformats.org/drawingml/2006/main">
            <a:off x="7325910" y="1898914"/>
            <a:ext cx="214373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9100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6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52EFE61D-2D80-0522-AA73-5D26FD908707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9657307" y="1358914"/>
            <a:ext cx="214373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1450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18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84036C2-BA3B-FFF1-F560-33872CF82A4C}"/>
              </a:ext>
            </a:extLst>
          </p:cNvPr>
          <p:cNvSpPr>
            <a:spLocks xmlns:a="http://schemas.openxmlformats.org/drawingml/2006/main" noGrp="1"/>
          </p:cNvSpPr>
          <p:nvPr>
            <p:ph idx="43" hasCustomPrompt="1"/>
          </p:nvPr>
        </p:nvSpPr>
        <p:spPr>
          <a:xfrm xmlns:a="http://schemas.openxmlformats.org/drawingml/2006/main">
            <a:off x="9657306" y="1898914"/>
            <a:ext cx="214373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956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  <p:hf hdr="0" ftr="0" dt="0"/>
</p:sldLayout>
</file>

<file path=ppt/slideLayouts/slideLayout31.xml><?xml version="1.0" encoding="utf-8"?>
<p:sldLayout xmlns:p="http://schemas.openxmlformats.org/presentationml/2006/main" preserve="1" userDrawn="1">
  <p:cSld name="Six Column Content-brand-color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CE697B4-F430-4CA7-935A-2F894B6230E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63DAD0-A5EB-B549-9982-131ED4CEF1E8}"/>
              </a:ext>
            </a:extLst>
          </p:cNvPr>
          <p:cNvSpPr>
            <a:spLocks xmlns:a="http://schemas.openxmlformats.org/drawingml/2006/main" noGrp="1"/>
          </p:cNvSpPr>
          <p:nvPr>
            <p:ph type="sldNum" idx="36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8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98490F55-0F1C-5C9F-831F-B5DED22445C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381000" y="1358914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340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046FED-F3B7-2758-6CE4-B5BD5FABFFCE}"/>
              </a:ext>
            </a:extLst>
          </p:cNvPr>
          <p:cNvSpPr>
            <a:spLocks xmlns:a="http://schemas.openxmlformats.org/drawingml/2006/main" noGrp="1"/>
          </p:cNvSpPr>
          <p:nvPr>
            <p:ph idx="38" hasCustomPrompt="1"/>
          </p:nvPr>
        </p:nvSpPr>
        <p:spPr>
          <a:xfrm xmlns:a="http://schemas.openxmlformats.org/drawingml/2006/main">
            <a:off x="381001" y="1898914"/>
            <a:ext cx="3615397" cy="16340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8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345C42C8-FBDE-98C8-9010-B2630A105F57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8185087" y="1358914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64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46857AA-BCDF-D85A-B49E-F8C35D33276D}"/>
              </a:ext>
            </a:extLst>
          </p:cNvPr>
          <p:cNvSpPr>
            <a:spLocks xmlns:a="http://schemas.openxmlformats.org/drawingml/2006/main" noGrp="1"/>
          </p:cNvSpPr>
          <p:nvPr>
            <p:ph idx="42" hasCustomPrompt="1"/>
          </p:nvPr>
        </p:nvSpPr>
        <p:spPr>
          <a:xfrm xmlns:a="http://schemas.openxmlformats.org/drawingml/2006/main">
            <a:off x="8185088" y="1898914"/>
            <a:ext cx="3615397" cy="1634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D6B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0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EEBBEE2-5043-5BC1-924B-EF9CD27390D6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8182173" y="3893282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472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881264-99E1-D5AE-7968-9FF375BBA0BC}"/>
              </a:ext>
            </a:extLst>
          </p:cNvPr>
          <p:cNvSpPr>
            <a:spLocks xmlns:a="http://schemas.openxmlformats.org/drawingml/2006/main" noGrp="1"/>
          </p:cNvSpPr>
          <p:nvPr>
            <p:ph idx="50" hasCustomPrompt="1"/>
          </p:nvPr>
        </p:nvSpPr>
        <p:spPr>
          <a:xfrm xmlns:a="http://schemas.openxmlformats.org/drawingml/2006/main">
            <a:off x="8182174" y="4433282"/>
            <a:ext cx="3615397" cy="1634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8A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2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99614FE-3620-8180-096D-0F967F0A075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4283043" y="1358914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39A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278231-82E4-2F9D-BBAE-CB96D95A225D}"/>
              </a:ext>
            </a:extLst>
          </p:cNvPr>
          <p:cNvSpPr>
            <a:spLocks xmlns:a="http://schemas.openxmlformats.org/drawingml/2006/main" noGrp="1"/>
          </p:cNvSpPr>
          <p:nvPr>
            <p:ph idx="40" hasCustomPrompt="1"/>
          </p:nvPr>
        </p:nvSpPr>
        <p:spPr>
          <a:xfrm xmlns:a="http://schemas.openxmlformats.org/drawingml/2006/main">
            <a:off x="4283044" y="1898914"/>
            <a:ext cx="3615397" cy="1634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4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25DAFAA-5369-069B-F678-9FFD660A07D7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4280129" y="3893282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1450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F5D8B7-D1DE-C9B1-EFA5-47F0B8C45300}"/>
              </a:ext>
            </a:extLst>
          </p:cNvPr>
          <p:cNvSpPr>
            <a:spLocks xmlns:a="http://schemas.openxmlformats.org/drawingml/2006/main" noGrp="1"/>
          </p:cNvSpPr>
          <p:nvPr>
            <p:ph idx="48" hasCustomPrompt="1"/>
          </p:nvPr>
        </p:nvSpPr>
        <p:spPr>
          <a:xfrm xmlns:a="http://schemas.openxmlformats.org/drawingml/2006/main">
            <a:off x="4280130" y="4433282"/>
            <a:ext cx="3615397" cy="1634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956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181E96CD-AA95-BC87-B690-AA05F6D29CDF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381000" y="3899076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7D08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ECEE5D-664C-8FFD-363B-4137F133481F}"/>
              </a:ext>
            </a:extLst>
          </p:cNvPr>
          <p:cNvSpPr>
            <a:spLocks xmlns:a="http://schemas.openxmlformats.org/drawingml/2006/main" noGrp="1"/>
          </p:cNvSpPr>
          <p:nvPr>
            <p:ph idx="52" hasCustomPrompt="1"/>
          </p:nvPr>
        </p:nvSpPr>
        <p:spPr>
          <a:xfrm xmlns:a="http://schemas.openxmlformats.org/drawingml/2006/main">
            <a:off x="381001" y="4439076"/>
            <a:ext cx="3615397" cy="1634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9100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  <p:hf hdr="0" ftr="0" dt="0"/>
</p:sldLayout>
</file>

<file path=ppt/slideLayouts/slideLayout32.xml><?xml version="1.0" encoding="utf-8"?>
<p:sldLayout xmlns:p="http://schemas.openxmlformats.org/presentationml/2006/main" preserve="1">
  <p:cSld name="Six Column Content-whit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DFAE0E-AD2A-DE43-D325-50AD9027E66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0B99ABD-2223-0F71-ECA9-49325598EB0C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00BD26A-8E0B-FA7A-BEFD-407A0158F83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00" y="3880822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82880">
              <a:buNone/>
              <a:defRPr>
                <a:solidFill>
                  <a:schemeClr val="tx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tx1"/>
                </a:solidFill>
              </a:defRPr>
            </a:lvl3pPr>
            <a:lvl4pPr marL="548640">
              <a:buNone/>
              <a:defRPr>
                <a:solidFill>
                  <a:schemeClr val="tx1"/>
                </a:solidFill>
              </a:defRPr>
            </a:lvl4pPr>
            <a:lvl5pPr marL="731520"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491ABA9-D78D-2299-C4D9-FB31D31D181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349752" y="3880822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82880">
              <a:buNone/>
              <a:defRPr>
                <a:solidFill>
                  <a:schemeClr val="tx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tx1"/>
                </a:solidFill>
              </a:defRPr>
            </a:lvl3pPr>
            <a:lvl4pPr marL="548640">
              <a:buNone/>
              <a:defRPr>
                <a:solidFill>
                  <a:schemeClr val="tx1"/>
                </a:solidFill>
              </a:defRPr>
            </a:lvl4pPr>
            <a:lvl5pPr marL="731520"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325D55E-2430-C461-4F1E-FD0FA29E7C2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318504" y="3880822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82880">
              <a:buNone/>
              <a:defRPr>
                <a:solidFill>
                  <a:schemeClr val="tx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tx1"/>
                </a:solidFill>
              </a:defRPr>
            </a:lvl3pPr>
            <a:lvl4pPr marL="548640">
              <a:buNone/>
              <a:defRPr>
                <a:solidFill>
                  <a:schemeClr val="tx1"/>
                </a:solidFill>
              </a:defRPr>
            </a:lvl4pPr>
            <a:lvl5pPr marL="731520"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0C34A5E-50CA-F12D-F348-64EB3CBE446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287255" y="3880822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82880">
              <a:buNone/>
              <a:defRPr>
                <a:solidFill>
                  <a:schemeClr val="tx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tx1"/>
                </a:solidFill>
              </a:defRPr>
            </a:lvl3pPr>
            <a:lvl4pPr marL="548640">
              <a:buNone/>
              <a:defRPr>
                <a:solidFill>
                  <a:schemeClr val="tx1"/>
                </a:solidFill>
              </a:defRPr>
            </a:lvl4pPr>
            <a:lvl5pPr marL="731520"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5CF3B29-3D9A-11EA-874D-473D8B9E0641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81000" y="1388480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82880">
              <a:buNone/>
              <a:defRPr>
                <a:solidFill>
                  <a:schemeClr val="tx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tx1"/>
                </a:solidFill>
              </a:defRPr>
            </a:lvl3pPr>
            <a:lvl4pPr marL="548640">
              <a:buNone/>
              <a:defRPr>
                <a:solidFill>
                  <a:schemeClr val="tx1"/>
                </a:solidFill>
              </a:defRPr>
            </a:lvl4pPr>
            <a:lvl5pPr marL="731520"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2E7BE2D-2CD9-78AA-C351-0E0248952788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349752" y="1388480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82880">
              <a:buNone/>
              <a:defRPr>
                <a:solidFill>
                  <a:schemeClr val="tx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tx1"/>
                </a:solidFill>
              </a:defRPr>
            </a:lvl3pPr>
            <a:lvl4pPr marL="548640">
              <a:buNone/>
              <a:defRPr>
                <a:solidFill>
                  <a:schemeClr val="tx1"/>
                </a:solidFill>
              </a:defRPr>
            </a:lvl4pPr>
            <a:lvl5pPr marL="731520"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A0B6FF35-E677-7F1B-26BE-BB85639D9381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318504" y="1388480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82880">
              <a:buNone/>
              <a:defRPr>
                <a:solidFill>
                  <a:schemeClr val="tx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tx1"/>
                </a:solidFill>
              </a:defRPr>
            </a:lvl3pPr>
            <a:lvl4pPr marL="548640">
              <a:buNone/>
              <a:defRPr>
                <a:solidFill>
                  <a:schemeClr val="tx1"/>
                </a:solidFill>
              </a:defRPr>
            </a:lvl4pPr>
            <a:lvl5pPr marL="731520"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2743E14-A152-5FD7-2EB9-342B3FD02538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9287255" y="1388480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82880">
              <a:buNone/>
              <a:defRPr>
                <a:solidFill>
                  <a:schemeClr val="tx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tx1"/>
                </a:solidFill>
              </a:defRPr>
            </a:lvl3pPr>
            <a:lvl4pPr marL="548640">
              <a:buNone/>
              <a:defRPr>
                <a:solidFill>
                  <a:schemeClr val="tx1"/>
                </a:solidFill>
              </a:defRPr>
            </a:lvl4pPr>
            <a:lvl5pPr marL="731520"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  <p:hf hdr="0" ftr="0" dt="0"/>
</p:sldLayout>
</file>

<file path=ppt/slideLayouts/slideLayout33.xml><?xml version="1.0" encoding="utf-8"?>
<p:sldLayout xmlns:p="http://schemas.openxmlformats.org/presentationml/2006/main" showMasterSp="0" preserve="1">
  <p:cSld name="Six Column Content-orang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DFAE0E-AD2A-DE43-D325-50AD9027E66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0B99ABD-2223-0F71-ECA9-49325598EB0C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00BD26A-8E0B-FA7A-BEFD-407A0158F83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00" y="3880822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491ABA9-D78D-2299-C4D9-FB31D31D181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349752" y="3880822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325D55E-2430-C461-4F1E-FD0FA29E7C2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318504" y="3880822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0C34A5E-50CA-F12D-F348-64EB3CBE446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287255" y="3880822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5CF3B29-3D9A-11EA-874D-473D8B9E0641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81000" y="1388480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2E7BE2D-2CD9-78AA-C351-0E0248952788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349752" y="1388480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A0B6FF35-E677-7F1B-26BE-BB85639D9381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318504" y="1388480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2743E14-A152-5FD7-2EB9-342B3FD02538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9287255" y="1388480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DEE1BD4-63E4-D7F1-11F2-37B97FC5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1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340B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db26cba124ffb">
            <a:extLst>
              <a:ext uri="{96DAC541-7B7A-43D3-8B79-37D633B846F1}">
                <asvg:svgBlip xmlns:asvg="http://schemas.microsoft.com/office/drawing/2016/SVG/main" r:embed="R32cda40940d24293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34.xml><?xml version="1.0" encoding="utf-8"?>
<p:sldLayout xmlns:p="http://schemas.openxmlformats.org/presentationml/2006/main" showMasterSp="0" preserve="1">
  <p:cSld name="Six Column Content-teal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DFAE0E-AD2A-DE43-D325-50AD9027E66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0B99ABD-2223-0F71-ECA9-49325598EB0C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9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D994CA4-8C12-1BC4-530B-81E28611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1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39A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00BD26A-8E0B-FA7A-BEFD-407A0158F83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00" y="3880822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491ABA9-D78D-2299-C4D9-FB31D31D181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349752" y="3880822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325D55E-2430-C461-4F1E-FD0FA29E7C2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318504" y="3880822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0C34A5E-50CA-F12D-F348-64EB3CBE446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287255" y="3880822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5CF3B29-3D9A-11EA-874D-473D8B9E0641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81000" y="1388480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2E7BE2D-2CD9-78AA-C351-0E0248952788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349752" y="1388480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A0B6FF35-E677-7F1B-26BE-BB85639D9381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318504" y="1388480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2743E14-A152-5FD7-2EB9-342B3FD02538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9287255" y="1388480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dd39b4491427e">
            <a:extLst>
              <a:ext uri="{96DAC541-7B7A-43D3-8B79-37D633B846F1}">
                <asvg:svgBlip xmlns:asvg="http://schemas.microsoft.com/office/drawing/2016/SVG/main" r:embed="Raa17b4e9000449a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35.xml><?xml version="1.0" encoding="utf-8"?>
<p:sldLayout xmlns:p="http://schemas.openxmlformats.org/presentationml/2006/main" showMasterSp="0" preserve="1" userDrawn="1">
  <p:cSld name="Comparison Layout-brand-colors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ef5ebfad4433e">
            <a:extLst>
              <a:ext uri="{96DAC541-7B7A-43D3-8B79-37D633B846F1}">
                <asvg:svgBlip xmlns:asvg="http://schemas.microsoft.com/office/drawing/2016/SVG/main" r:embed="R248e2eeab5bf483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91" y="0"/>
            <a:ext cx="7577667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34AF4D-024E-9970-6233-003A1B10F31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1589405"/>
            <a:ext cx="5524499" cy="81053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436C617-602D-6D26-8627-2A45477594B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0" y="2542676"/>
            <a:ext cx="5524501" cy="328995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0">
              <a:buNone/>
            </a:pPr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BA78F6-7BA4-CB64-E5FE-C01E80E60934}"/>
              </a:ext>
            </a:extLst>
          </p:cNvPr>
          <p:cNvSpPr>
            <a:spLocks xmlns:a="http://schemas.openxmlformats.org/drawingml/2006/main" noGrp="1"/>
          </p:cNvSpPr>
          <p:nvPr>
            <p:ph idx="15" hasCustomPrompt="1"/>
          </p:nvPr>
        </p:nvSpPr>
        <p:spPr>
          <a:xfrm xmlns:a="http://schemas.openxmlformats.org/drawingml/2006/main">
            <a:off x="6261099" y="2542676"/>
            <a:ext cx="5524501" cy="328995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0">
              <a:buNone/>
            </a:pPr>
          </a:p>
        </p:txBody>
      </p:sp>
      <p:sp>
        <p:nvSpPr>
          <p:cNvPr id="18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88A9785E-197E-625F-29C7-13E4A08E1100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261099" y="1589405"/>
            <a:ext cx="5524499" cy="82537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90000"/>
              </a:lnSpc>
              <a:spcAft>
                <a:spcPts val="0"/>
              </a:spcAft>
              <a:buNone/>
              <a:defRPr sz="3000" b="1" i="0" spc="-1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0E3317-28EC-71CF-63FA-AE31ADB94084}"/>
              </a:ext>
            </a:extLst>
          </p:cNvPr>
          <p:cNvSpPr>
            <a:spLocks xmlns:a="http://schemas.openxmlformats.org/drawingml/2006/main" noGrp="1"/>
          </p:cNvSpPr>
          <p:nvPr>
            <p:ph type="sldNum" idx="36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324C0A44-AD9E-49C7-A6F8-E7DA309B6D4F}" type="slidenum">
              <a:t>‹#›</a:t>
            </a:fld>
          </a:p>
        </p:txBody>
      </p:sp>
      <p:pic>
        <p:nvPicPr>
          <p:cNvPr id="2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2326637eb4f36">
            <a:extLst>
              <a:ext uri="{96DAC541-7B7A-43D3-8B79-37D633B846F1}">
                <asvg:svgBlip xmlns:asvg="http://schemas.microsoft.com/office/drawing/2016/SVG/main" r:embed="R7be6b9fd406442d2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36.xml><?xml version="1.0" encoding="utf-8"?>
<p:sldLayout xmlns:p="http://schemas.openxmlformats.org/presentationml/2006/main" showMasterSp="0" preserve="1" userDrawn="1">
  <p:cSld name="Quote Slide-orang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C0F706-89AB-ADE4-786B-34F29EAF0EB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889760" y="2143126"/>
            <a:ext cx="8412480" cy="197510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828" name="Rectangle">
            <a:extLst xmlns:a="http://schemas.openxmlformats.org/drawingml/2006/main">
              <a:ext uri="{FF2B5EF4-FFF2-40B4-BE49-F238E27FC236}">
                <a16:creationId xmlns:a16="http://schemas.microsoft.com/office/drawing/2014/main" id="{76DA2403-34F5-4B31-8F78-71594D9A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sp>
        <p:nvSpPr>
          <p:cNvPr id="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2946A5FE-FB47-DD81-BD8E-00F5799738FA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889759" y="4460521"/>
            <a:ext cx="8412480" cy="249299"/>
          </a:xfrm>
        </p:spPr>
        <p:txBody>
          <a:bodyPr xmlns:a="http://schemas.openxmlformats.org/drawingml/2006/main" wrap="square" tIns="0" anchor="t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pic>
        <p:nvPicPr>
          <p:cNvPr id="83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038a4c5ef490b">
            <a:extLst>
              <a:ext uri="{96DAC541-7B7A-43D3-8B79-37D633B846F1}">
                <asvg:svgBlip xmlns:asvg="http://schemas.microsoft.com/office/drawing/2016/SVG/main" r:embed="Rab3700da69ac4ee3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V="1">
            <a:off x="1251948" y="868491"/>
            <a:ext cx="1275621" cy="768115"/>
          </a:xfrm>
          <a:prstGeom xmlns:a="http://schemas.openxmlformats.org/drawingml/2006/main" prst="rect">
            <a:avLst/>
          </a:prstGeom>
        </p:spPr>
      </p:pic>
      <p:pic>
        <p:nvPicPr>
          <p:cNvPr id="83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038a4c5ef490b">
            <a:extLst>
              <a:ext uri="{96DAC541-7B7A-43D3-8B79-37D633B846F1}">
                <asvg:svgBlip xmlns:asvg="http://schemas.microsoft.com/office/drawing/2016/SVG/main" r:embed="Rab3700da69ac4ee3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1">
            <a:off x="9666743" y="5008807"/>
            <a:ext cx="1275621" cy="768115"/>
          </a:xfrm>
          <a:prstGeom xmlns:a="http://schemas.openxmlformats.org/drawingml/2006/main" prst="rect">
            <a:avLst/>
          </a:prstGeom>
        </p:spPr>
      </p:pic>
      <p:pic>
        <p:nvPicPr>
          <p:cNvPr id="83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7482405f04f35">
            <a:extLst>
              <a:ext uri="{96DAC541-7B7A-43D3-8B79-37D633B846F1}">
                <asvg:svgBlip xmlns:asvg="http://schemas.microsoft.com/office/drawing/2016/SVG/main" r:embed="Rfaf6662062d948d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37.xml><?xml version="1.0" encoding="utf-8"?>
<p:sldLayout xmlns:p="http://schemas.openxmlformats.org/presentationml/2006/main" showMasterSp="0" preserve="1" userDrawn="1">
  <p:cSld name="Quote Slide-teal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C0F706-89AB-ADE4-786B-34F29EAF0EB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889760" y="2143126"/>
            <a:ext cx="8412480" cy="197510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828" name="Rectangle">
            <a:extLst xmlns:a="http://schemas.openxmlformats.org/drawingml/2006/main">
              <a:ext uri="{FF2B5EF4-FFF2-40B4-BE49-F238E27FC236}">
                <a16:creationId xmlns:a16="http://schemas.microsoft.com/office/drawing/2014/main" id="{C2A663A2-11A5-4545-9DF8-5F8CE97A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pic>
        <p:nvPicPr>
          <p:cNvPr id="83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8e5eabf6a4f4e">
            <a:extLst>
              <a:ext uri="{96DAC541-7B7A-43D3-8B79-37D633B846F1}">
                <asvg:svgBlip xmlns:asvg="http://schemas.microsoft.com/office/drawing/2016/SVG/main" r:embed="R225ccc491fc34c20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V="1">
            <a:off x="1251948" y="868491"/>
            <a:ext cx="1275621" cy="768115"/>
          </a:xfrm>
          <a:prstGeom xmlns:a="http://schemas.openxmlformats.org/drawingml/2006/main" prst="rect">
            <a:avLst/>
          </a:prstGeom>
        </p:spPr>
      </p:pic>
      <p:pic>
        <p:nvPicPr>
          <p:cNvPr id="83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8e5eabf6a4f4e">
            <a:extLst>
              <a:ext uri="{96DAC541-7B7A-43D3-8B79-37D633B846F1}">
                <asvg:svgBlip xmlns:asvg="http://schemas.microsoft.com/office/drawing/2016/SVG/main" r:embed="R225ccc491fc34c20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1">
            <a:off x="9666743" y="5008807"/>
            <a:ext cx="1275621" cy="768115"/>
          </a:xfrm>
          <a:prstGeom xmlns:a="http://schemas.openxmlformats.org/drawingml/2006/main" prst="rect">
            <a:avLst/>
          </a:prstGeom>
        </p:spPr>
      </p:pic>
      <p:sp>
        <p:nvSpPr>
          <p:cNvPr id="4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34A6259F-2EFD-87C1-45E3-5CDE930A0830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889759" y="4460521"/>
            <a:ext cx="8412480" cy="249299"/>
          </a:xfrm>
        </p:spPr>
        <p:txBody>
          <a:bodyPr xmlns:a="http://schemas.openxmlformats.org/drawingml/2006/main" wrap="square" tIns="0" anchor="t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pic>
        <p:nvPicPr>
          <p:cNvPr id="83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cb5f87aba452c">
            <a:extLst>
              <a:ext uri="{96DAC541-7B7A-43D3-8B79-37D633B846F1}">
                <asvg:svgBlip xmlns:asvg="http://schemas.microsoft.com/office/drawing/2016/SVG/main" r:embed="R7f1f926d5b8c4b64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38.xml><?xml version="1.0" encoding="utf-8"?>
<p:sldLayout xmlns:p="http://schemas.openxmlformats.org/presentationml/2006/main" showMasterSp="0" preserve="1" userDrawn="1">
  <p:cSld name="Quote Slide-whit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C0F706-89AB-ADE4-786B-34F29EAF0EB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889760" y="2143126"/>
            <a:ext cx="8412480" cy="197510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7ED74AB0-E519-5284-3A3E-6D16053C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5126"/>
            <a:ext cx="10181253" cy="810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000" b="1" kern="1200" spc="-15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/>
        </p:txBody>
      </p:sp>
      <p:sp>
        <p:nvSpPr>
          <p:cNvPr id="5" name="Rectangle">
            <a:extLst xmlns:a="http://schemas.openxmlformats.org/drawingml/2006/main">
              <a:ext uri="{FF2B5EF4-FFF2-40B4-BE49-F238E27FC236}">
                <a16:creationId xmlns:a16="http://schemas.microsoft.com/office/drawing/2014/main" id="{D672FB7C-35AC-B51C-0C03-F8DDB046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accent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pic>
        <p:nvPicPr>
          <p:cNvPr id="1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64e927cff4af6">
            <a:extLst>
              <a:ext uri="{96DAC541-7B7A-43D3-8B79-37D633B846F1}">
                <asvg:svgBlip xmlns:asvg="http://schemas.microsoft.com/office/drawing/2016/SVG/main" r:embed="Rd8c5691a6e024ccd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V="1">
            <a:off x="1251948" y="868491"/>
            <a:ext cx="1275621" cy="768115"/>
          </a:xfrm>
          <a:prstGeom xmlns:a="http://schemas.openxmlformats.org/drawingml/2006/main" prst="rect">
            <a:avLst/>
          </a:prstGeom>
        </p:spPr>
      </p:pic>
      <p:pic>
        <p:nvPicPr>
          <p:cNvPr id="1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64e927cff4af6">
            <a:extLst>
              <a:ext uri="{96DAC541-7B7A-43D3-8B79-37D633B846F1}">
                <asvg:svgBlip xmlns:asvg="http://schemas.microsoft.com/office/drawing/2016/SVG/main" r:embed="Rd8c5691a6e024ccd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1">
            <a:off x="9666743" y="5008807"/>
            <a:ext cx="1275621" cy="768115"/>
          </a:xfrm>
          <a:prstGeom xmlns:a="http://schemas.openxmlformats.org/drawingml/2006/main" prst="rect">
            <a:avLst/>
          </a:prstGeom>
        </p:spPr>
      </p:pic>
      <p:sp>
        <p:nvSpPr>
          <p:cNvPr id="4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3CB07BB-C247-5481-7D56-3CC64FD19FC7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889759" y="4460521"/>
            <a:ext cx="8412480" cy="249299"/>
          </a:xfrm>
        </p:spPr>
        <p:txBody>
          <a:bodyPr xmlns:a="http://schemas.openxmlformats.org/drawingml/2006/main" wrap="square" tIns="0" anchor="t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pic>
        <p:nvPicPr>
          <p:cNvPr id="2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f784347f64896">
            <a:extLst>
              <a:ext uri="{96DAC541-7B7A-43D3-8B79-37D633B846F1}">
                <asvg:svgBlip xmlns:asvg="http://schemas.microsoft.com/office/drawing/2016/SVG/main" r:embed="R1c26d379bffa427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7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39.xml><?xml version="1.0" encoding="utf-8"?>
<p:sldLayout xmlns:p="http://schemas.openxmlformats.org/presentationml/2006/main" preserve="1">
  <p:cSld name="Content with photo (call out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5919BE72-EEC3-84D0-78ED-8CECC2C7ADA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7945777" y="1371600"/>
            <a:ext cx="4246223" cy="5486400"/>
          </a:xfrm>
          <a:custGeom xmlns:a="http://schemas.openxmlformats.org/drawingml/2006/main">
            <a:gdLst>
              <a:gd name="connsiteX0" fmla="*/ 0 w 4246223"/>
              <a:gd name="connsiteY0" fmla="*/ 0 h 5486400"/>
              <a:gd name="connsiteX1" fmla="*/ 4246223 w 4246223"/>
              <a:gd name="connsiteY1" fmla="*/ 0 h 5486400"/>
              <a:gd name="connsiteX2" fmla="*/ 4246223 w 4246223"/>
              <a:gd name="connsiteY2" fmla="*/ 5486400 h 5486400"/>
              <a:gd name="connsiteX3" fmla="*/ 1643231 w 4246223"/>
              <a:gd name="connsiteY3" fmla="*/ 5486400 h 5486400"/>
              <a:gd name="connsiteX4" fmla="*/ 1643231 w 4246223"/>
              <a:gd name="connsiteY4" fmla="*/ 3520440 h 5486400"/>
              <a:gd name="connsiteX5" fmla="*/ 0 w 4246223"/>
              <a:gd name="connsiteY5" fmla="*/ 3520440 h 5486400"/>
            </a:gdLst>
            <a:rect l="l" t="t" r="r" b="b"/>
            <a:pathLst>
              <a:path w="4246223" h="5486400">
                <a:moveTo>
                  <a:pt x="0" y="0"/>
                </a:moveTo>
                <a:lnTo>
                  <a:pt x="4246223" y="0"/>
                </a:lnTo>
                <a:lnTo>
                  <a:pt x="4246223" y="5486400"/>
                </a:lnTo>
                <a:lnTo>
                  <a:pt x="1643231" y="5486400"/>
                </a:lnTo>
                <a:lnTo>
                  <a:pt x="1643231" y="3520440"/>
                </a:lnTo>
                <a:lnTo>
                  <a:pt x="0" y="352044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16D2B1-EBEF-DF50-F471-A0723DDF4E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E4E1CD6-C6CF-7436-610F-7706F91D752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5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20099B59-DB61-5820-31DF-38EF9D783D1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00" y="1371600"/>
            <a:ext cx="6769100" cy="31432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b="1" spc="0" baseline="0"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79F84DB0-C881-0395-468C-47B9CBA5469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81000" y="1785969"/>
            <a:ext cx="6769100" cy="291873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3B7AA824-6702-D140-6158-DBC4DAD43E6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2602992" y="4892040"/>
            <a:ext cx="698377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4616"/>
          </a:solidFill>
        </p:spPr>
        <p:txBody>
          <a:bodyPr xmlns:a="http://schemas.openxmlformats.org/drawingml/2006/main" lIns="320040" tIns="320040" rIns="320040" bIns="320040">
            <a:noAutofit/>
          </a:bodyPr>
          <a:lstStyle xmlns:a="http://schemas.openxmlformats.org/drawingml/2006/main">
            <a:lvl1pPr marL="0" indent="0">
              <a:buNone/>
              <a:defRPr sz="2400" b="1" spc="-15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6cb0a212a4446">
            <a:extLst>
              <a:ext uri="{96DAC541-7B7A-43D3-8B79-37D633B846F1}">
                <asvg:svgBlip xmlns:asvg="http://schemas.microsoft.com/office/drawing/2016/SVG/main" r:embed="Re867a0bfdeba4851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45777" y="3939540"/>
            <a:ext cx="965200" cy="965200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40.xml><?xml version="1.0" encoding="utf-8"?>
<p:sldLayout xmlns:p="http://schemas.openxmlformats.org/presentationml/2006/main" preserve="1">
  <p:cSld name="Statement with box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50607A-F06E-1055-E9B5-9F1ECC6FA55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1AC5AFA-D99A-BFC4-340C-CADB83E524E7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D6654A0-5FC8-E6AA-2A11-1F0AC087EDC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81000" y="2610761"/>
            <a:ext cx="3474720" cy="215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4616"/>
          </a:solidFill>
        </p:spPr>
        <p:txBody>
          <a:bodyPr xmlns:a="http://schemas.openxmlformats.org/drawingml/2006/main" lIns="182880" tIns="182880" rIns="182880" bIns="182880" anchor="ctr">
            <a:noAutofit/>
          </a:bodyPr>
          <a:lstStyle xmlns:a="http://schemas.openxmlformats.org/drawingml/2006/main">
            <a:lvl1pPr marL="0" indent="0" algn="ctr">
              <a:buNone/>
              <a:defRPr sz="2800" b="1" spc="-15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8008FFC-23EA-2AEF-B0BE-A8340AD9DCD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358640" y="2610761"/>
            <a:ext cx="3474720" cy="215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</p:spPr>
        <p:txBody>
          <a:bodyPr xmlns:a="http://schemas.openxmlformats.org/drawingml/2006/main" lIns="182880" tIns="182880" rIns="182880" bIns="182880" anchor="ctr">
            <a:noAutofit/>
          </a:bodyPr>
          <a:lstStyle xmlns:a="http://schemas.openxmlformats.org/drawingml/2006/main">
            <a:lvl1pPr marL="0" indent="0" algn="ctr">
              <a:buNone/>
              <a:defRPr sz="2800" b="1" spc="-15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AB20B39-5DC4-C563-492B-12430CA1950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8336279" y="2610761"/>
            <a:ext cx="3474720" cy="215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82"/>
          </a:solidFill>
        </p:spPr>
        <p:txBody>
          <a:bodyPr xmlns:a="http://schemas.openxmlformats.org/drawingml/2006/main" lIns="182880" tIns="182880" rIns="182880" bIns="182880" anchor="ctr">
            <a:noAutofit/>
          </a:bodyPr>
          <a:lstStyle xmlns:a="http://schemas.openxmlformats.org/drawingml/2006/main">
            <a:lvl1pPr marL="0" indent="0" algn="ctr">
              <a:buNone/>
              <a:defRPr sz="2800" b="1" spc="-15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</p:spTree>
  </p:cSld>
  <p:hf hdr="0" ftr="0" dt="0"/>
</p:sldLayout>
</file>

<file path=ppt/slideLayouts/slideLayout41.xml><?xml version="1.0" encoding="utf-8"?>
<p:sldLayout xmlns:p="http://schemas.openxmlformats.org/presentationml/2006/main" userDrawn="1">
  <p:cSld name="Quote-one photo-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B2E0FE-079C-4309-86E7-FC7AC41E098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4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CF3E35AE-FC12-4C79-986B-4E075DBAFC0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4291986" y="2000250"/>
            <a:ext cx="7520820" cy="2162799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3200"/>
            </a:lvl1pPr>
            <a:lvl2pPr marL="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Picture Placeholder 62">
            <a:extLst xmlns:a="http://schemas.openxmlformats.org/drawingml/2006/main">
              <a:ext uri="{FF2B5EF4-FFF2-40B4-BE49-F238E27FC236}">
                <a16:creationId xmlns:a16="http://schemas.microsoft.com/office/drawing/2014/main" id="{534EEC33-4BC8-F2E0-8258-3F79A16D499C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379193" y="2000249"/>
            <a:ext cx="3498507" cy="348773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2F256DF-1CAB-3394-D169-8EE8081C1B99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5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4676AA0-3195-6624-1036-19C38660EC2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291986" y="4432783"/>
            <a:ext cx="7519014" cy="105520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spcBef>
                <a:spcPts val="0"/>
              </a:spcBef>
              <a:buNone/>
              <a:defRPr sz="1600" b="1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1400" b="1"/>
            </a:lvl2pPr>
            <a:lvl3pPr marL="0" indent="0">
              <a:spcBef>
                <a:spcPts val="0"/>
              </a:spcBef>
              <a:buNone/>
              <a:defRPr sz="1400"/>
            </a:lvl3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</p:spTree>
  </p:cSld>
  <p:hf hdr="0" ftr="0" dt="0"/>
</p:sldLayout>
</file>

<file path=ppt/slideLayouts/slideLayout42.xml><?xml version="1.0" encoding="utf-8"?>
<p:sldLayout xmlns:p="http://schemas.openxmlformats.org/presentationml/2006/main" preserve="1" userDrawn="1">
  <p:cSld name="Quote-one photo-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2F256DF-1CAB-3394-D169-8EE8081C1B99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7" name="Picture Placeholder 62">
            <a:extLst xmlns:a="http://schemas.openxmlformats.org/drawingml/2006/main">
              <a:ext uri="{FF2B5EF4-FFF2-40B4-BE49-F238E27FC236}">
                <a16:creationId xmlns:a16="http://schemas.microsoft.com/office/drawing/2014/main" id="{5BED1ACF-EDDA-2866-27BC-53B5BDD9F9F7}"/>
              </a:ext>
            </a:extLst>
          </p:cNvPr>
          <p:cNvSpPr>
            <a:spLocks xmlns:a="http://schemas.openxmlformats.org/drawingml/2006/main" noGrp="1"/>
          </p:cNvSpPr>
          <p:nvPr>
            <p:ph type="pic" idx="34"/>
          </p:nvPr>
        </p:nvSpPr>
        <p:spPr>
          <a:xfrm xmlns:a="http://schemas.openxmlformats.org/drawingml/2006/main">
            <a:off x="8310687" y="2000249"/>
            <a:ext cx="3498507" cy="348773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8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4BDB85EA-D971-A11F-1E43-CA00473DC64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82806" y="2000250"/>
            <a:ext cx="7670800" cy="2162799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3200"/>
            </a:lvl1pPr>
            <a:lvl2pPr marL="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780F1B6-9C30-8660-E2D5-298818CD04C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82842" y="4432783"/>
            <a:ext cx="7668958" cy="105520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spcBef>
                <a:spcPts val="0"/>
              </a:spcBef>
              <a:buNone/>
              <a:defRPr sz="1600" b="1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1400" b="1"/>
            </a:lvl2pPr>
            <a:lvl3pPr marL="0" indent="0">
              <a:spcBef>
                <a:spcPts val="0"/>
              </a:spcBef>
              <a:buNone/>
              <a:defRPr sz="1400"/>
            </a:lvl3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6D5F3B0B-9D87-88C5-1027-7965A89F5B3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</p:spTree>
  </p:cSld>
  <p:hf hdr="0" ftr="0" dt="0"/>
</p:sldLayout>
</file>

<file path=ppt/slideLayouts/slideLayout43.xml><?xml version="1.0" encoding="utf-8"?>
<p:sldLayout xmlns:p="http://schemas.openxmlformats.org/presentationml/2006/main" userDrawn="1">
  <p:cSld name="Two Quote-Two pho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F16B6036-F475-4C72-B8D2-2A65E7CBE2A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81102" y="1247776"/>
            <a:ext cx="5335386" cy="331660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/>
            </a:lvl1pPr>
            <a:lvl2pPr marL="0" indent="0">
              <a:buFont typeface="Arial"/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D7AB20B6-3724-4D9B-8EED-7117E376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5999" y="1316831"/>
            <a:ext cx="0" cy="4898232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33BC8332-D34E-4D26-8FEE-507F8A718E39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477103" y="1247776"/>
            <a:ext cx="5335386" cy="331660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/>
            </a:lvl1pPr>
            <a:lvl2pPr marL="0" indent="0">
              <a:buFont typeface="Arial"/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" name="Picture Placeholder 62">
            <a:extLst xmlns:a="http://schemas.openxmlformats.org/drawingml/2006/main">
              <a:ext uri="{FF2B5EF4-FFF2-40B4-BE49-F238E27FC236}">
                <a16:creationId xmlns:a16="http://schemas.microsoft.com/office/drawing/2014/main" id="{C0C5746A-1FD1-45B9-B082-7B33D19ECBF0}"/>
              </a:ext>
            </a:extLst>
          </p:cNvPr>
          <p:cNvSpPr>
            <a:spLocks xmlns:a="http://schemas.openxmlformats.org/drawingml/2006/main" noGrp="1"/>
          </p:cNvSpPr>
          <p:nvPr>
            <p:ph type="pic" idx="20"/>
          </p:nvPr>
        </p:nvSpPr>
        <p:spPr>
          <a:xfrm xmlns:a="http://schemas.openxmlformats.org/drawingml/2006/main">
            <a:off x="381101" y="4883170"/>
            <a:ext cx="1330374" cy="1326279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" name="Picture Placeholder 62">
            <a:extLst xmlns:a="http://schemas.openxmlformats.org/drawingml/2006/main">
              <a:ext uri="{FF2B5EF4-FFF2-40B4-BE49-F238E27FC236}">
                <a16:creationId xmlns:a16="http://schemas.microsoft.com/office/drawing/2014/main" id="{E3443EB9-BF8F-D0A8-8BE8-CFE41EC0D24B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6482643" y="4883170"/>
            <a:ext cx="1330374" cy="1326279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E86D79A-472B-5E1D-42B1-01938F2AE466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1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F5457AE8-C1ED-8C9A-4C94-8304B97980F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039223" y="5198874"/>
            <a:ext cx="3677263" cy="69487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CEB2C2AB-09EE-42C1-F5F4-A2BBE57D12EF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8129612" y="5198874"/>
            <a:ext cx="3681287" cy="69487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EE096C80-1D67-63A5-ED41-70881CF8BE8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</p:spTree>
  </p:cSld>
  <p:hf hdr="0" ftr="0" dt="0"/>
</p:sldLayout>
</file>

<file path=ppt/slideLayouts/slideLayout44.xml><?xml version="1.0" encoding="utf-8"?>
<p:sldLayout xmlns:p="http://schemas.openxmlformats.org/presentationml/2006/main" userDrawn="1">
  <p:cSld name="Two Quote-No pho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F16B6036-F475-4C72-B8D2-2A65E7CBE2A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81102" y="1247776"/>
            <a:ext cx="5335386" cy="331660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/>
            </a:lvl1pPr>
            <a:lvl2pPr marL="0" indent="0">
              <a:buFont typeface="Arial"/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66C403E5-4C95-4FFF-8F10-E9BF51EF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5999" y="1316831"/>
            <a:ext cx="0" cy="4898232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33BC8332-D34E-4D26-8FEE-507F8A718E39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477103" y="1247776"/>
            <a:ext cx="5335386" cy="331660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/>
            </a:lvl1pPr>
            <a:lvl2pPr marL="0" indent="0">
              <a:buFont typeface="Arial"/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AD579E3-58D5-13A9-518D-D50C5ED76A3C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938915FE-D559-5B74-72A4-5242BBFE25A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3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9EB79C36-B6D9-F21D-138C-03C492097DA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81001" y="5198874"/>
            <a:ext cx="5335486" cy="69487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1F5CAC3B-6F80-8AF3-BA14-53C773B9D145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6475512" y="5198874"/>
            <a:ext cx="5335388" cy="69487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</p:spTree>
  </p:cSld>
  <p:hf hdr="0" ftr="0" dt="0"/>
</p:sldLayout>
</file>

<file path=ppt/slideLayouts/slideLayout45.xml><?xml version="1.0" encoding="utf-8"?>
<p:sldLayout xmlns:p="http://schemas.openxmlformats.org/presentationml/2006/main" userDrawn="1">
  <p:cSld name="Content + Image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F6851EF3-E456-437C-A6B0-4799E41CBB80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1322388"/>
            <a:ext cx="6095999" cy="488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baseline="0"/>
            </a:lvl1pPr>
          </a:lstStyle>
          <a:p xmlns:a="http://schemas.openxmlformats.org/drawingml/2006/main">
            <a:r>
              <a:t>Click icon or drag to insert image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A8072073-EFEF-41C9-B648-022602B5D75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81182" y="1384314"/>
            <a:ext cx="5341789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08F7688-534A-7970-3E0C-D627FF11775E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3731" y="1753386"/>
            <a:ext cx="5329160" cy="44569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itle 6">
            <a:extLst xmlns:a="http://schemas.openxmlformats.org/drawingml/2006/main">
              <a:ext uri="{FF2B5EF4-FFF2-40B4-BE49-F238E27FC236}">
                <a16:creationId xmlns:a16="http://schemas.microsoft.com/office/drawing/2014/main" id="{396E5974-65D9-14C2-E953-EBE0B4B9D4A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2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E06007F-F7FD-A65E-2E78-4E32146F7900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46.xml><?xml version="1.0" encoding="utf-8"?>
<p:sldLayout xmlns:p="http://schemas.openxmlformats.org/presentationml/2006/main" userDrawn="1">
  <p:cSld name="Content + 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F6851EF3-E456-437C-A6B0-4799E41CBB80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0"/>
            <a:ext cx="6095999" cy="676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None/>
              <a:defRPr baseline="0"/>
            </a:lvl1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None/>
            </a:pPr>
            <a:r>
              <a:t>Click icon or drag to insert image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FD4250D-6E46-43AC-BA05-4CD3D5B4D50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81182" y="1384314"/>
            <a:ext cx="5341789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C28055-DDAD-2CBB-12DC-F23C69C8463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3730" y="1753387"/>
            <a:ext cx="5329161" cy="37203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9F34E493-A0B9-B4E1-E6DF-EB2162A19B2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5341789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</p:spTree>
  </p:cSld>
  <p:hf hdr="0" ftr="0" dt="0"/>
</p:sldLayout>
</file>

<file path=ppt/slideLayouts/slideLayout47.xml><?xml version="1.0" encoding="utf-8"?>
<p:sldLayout xmlns:p="http://schemas.openxmlformats.org/presentationml/2006/main" preserve="1" userDrawn="1">
  <p:cSld name="Content + Image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8FDB257-6E85-C512-B079-E2BBDED9CFA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5077046" y="1384314"/>
            <a:ext cx="6734587" cy="276999"/>
          </a:xfrm>
        </p:spPr>
        <p:txBody>
          <a:bodyPr xmlns:a="http://schemas.openxmlformats.org/drawingml/2006/main" wrap="square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1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0709A939-5C3B-F61B-5CC1-61C7175613E0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1" y="0"/>
            <a:ext cx="4747407" cy="676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baseline="0"/>
            </a:lvl1pPr>
          </a:lstStyle>
          <a:p xmlns:a="http://schemas.openxmlformats.org/drawingml/2006/main">
            <a:r>
              <a:t>Click icon or drag to insert image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A30D00B-E72D-393A-23B7-9EE3CBF2F08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5076964" y="1753386"/>
            <a:ext cx="6734587" cy="407237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3B20EF2-1367-C57E-4526-3C4624C9F129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B38074DB-E037-F348-76F2-4E817DAF4E5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76964" y="365126"/>
            <a:ext cx="5485289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</p:spTree>
  </p:cSld>
  <p:hf hdr="0" ftr="0" dt="0"/>
</p:sldLayout>
</file>

<file path=ppt/slideLayouts/slideLayout48.xml><?xml version="1.0" encoding="utf-8"?>
<p:sldLayout xmlns:p="http://schemas.openxmlformats.org/presentationml/2006/main" userDrawn="1">
  <p:cSld name="Six Pho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E1B3FAEE-4E78-46C7-9DB6-5C22BB3E16FE}"/>
              </a:ext>
            </a:extLst>
          </p:cNvPr>
          <p:cNvSpPr>
            <a:spLocks xmlns:a="http://schemas.openxmlformats.org/drawingml/2006/main" noGrp="1"/>
          </p:cNvSpPr>
          <p:nvPr>
            <p:ph type="pic" idx="28"/>
          </p:nvPr>
        </p:nvSpPr>
        <p:spPr>
          <a:xfrm xmlns:a="http://schemas.openxmlformats.org/drawingml/2006/main">
            <a:off x="381100" y="1295145"/>
            <a:ext cx="3643287" cy="240792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9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539C5952-9101-40EA-8EFD-F1D60A1A9A08}"/>
              </a:ext>
            </a:extLst>
          </p:cNvPr>
          <p:cNvSpPr>
            <a:spLocks xmlns:a="http://schemas.openxmlformats.org/drawingml/2006/main" noGrp="1"/>
          </p:cNvSpPr>
          <p:nvPr>
            <p:ph type="pic" idx="29"/>
          </p:nvPr>
        </p:nvSpPr>
        <p:spPr>
          <a:xfrm xmlns:a="http://schemas.openxmlformats.org/drawingml/2006/main">
            <a:off x="4273564" y="1295145"/>
            <a:ext cx="3643287" cy="240792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20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6493EF8F-CCE9-4B2B-A7E6-77DBCC02838A}"/>
              </a:ext>
            </a:extLst>
          </p:cNvPr>
          <p:cNvSpPr>
            <a:spLocks xmlns:a="http://schemas.openxmlformats.org/drawingml/2006/main" noGrp="1"/>
          </p:cNvSpPr>
          <p:nvPr>
            <p:ph type="pic" idx="30"/>
          </p:nvPr>
        </p:nvSpPr>
        <p:spPr>
          <a:xfrm xmlns:a="http://schemas.openxmlformats.org/drawingml/2006/main">
            <a:off x="8166027" y="1295145"/>
            <a:ext cx="3643287" cy="240792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27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4D42B27E-18C9-491F-981A-22AFA3A63254}"/>
              </a:ext>
            </a:extLst>
          </p:cNvPr>
          <p:cNvSpPr>
            <a:spLocks xmlns:a="http://schemas.openxmlformats.org/drawingml/2006/main" noGrp="1"/>
          </p:cNvSpPr>
          <p:nvPr>
            <p:ph type="pic" idx="31"/>
          </p:nvPr>
        </p:nvSpPr>
        <p:spPr>
          <a:xfrm xmlns:a="http://schemas.openxmlformats.org/drawingml/2006/main">
            <a:off x="381100" y="3927220"/>
            <a:ext cx="3643287" cy="240792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28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1BCAF74B-6018-4C57-A90E-AB54A58B1470}"/>
              </a:ext>
            </a:extLst>
          </p:cNvPr>
          <p:cNvSpPr>
            <a:spLocks xmlns:a="http://schemas.openxmlformats.org/drawingml/2006/main" noGrp="1"/>
          </p:cNvSpPr>
          <p:nvPr>
            <p:ph type="pic" idx="32"/>
          </p:nvPr>
        </p:nvSpPr>
        <p:spPr>
          <a:xfrm xmlns:a="http://schemas.openxmlformats.org/drawingml/2006/main">
            <a:off x="4273564" y="3927220"/>
            <a:ext cx="3643287" cy="240792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29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61217ED4-3DF8-4495-9467-ABDA716D4CF1}"/>
              </a:ext>
            </a:extLst>
          </p:cNvPr>
          <p:cNvSpPr>
            <a:spLocks xmlns:a="http://schemas.openxmlformats.org/drawingml/2006/main" noGrp="1"/>
          </p:cNvSpPr>
          <p:nvPr>
            <p:ph type="pic" idx="33"/>
          </p:nvPr>
        </p:nvSpPr>
        <p:spPr>
          <a:xfrm xmlns:a="http://schemas.openxmlformats.org/drawingml/2006/main">
            <a:off x="8166027" y="3927220"/>
            <a:ext cx="3643287" cy="240792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2" name="Title 6">
            <a:extLst xmlns:a="http://schemas.openxmlformats.org/drawingml/2006/main">
              <a:ext uri="{FF2B5EF4-FFF2-40B4-BE49-F238E27FC236}">
                <a16:creationId xmlns:a16="http://schemas.microsoft.com/office/drawing/2014/main" id="{F50C5860-AB3E-5F20-190B-C42537A6014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3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6A4B7F7-A434-4362-2786-E208428C5836}"/>
              </a:ext>
            </a:extLst>
          </p:cNvPr>
          <p:cNvSpPr>
            <a:spLocks xmlns:a="http://schemas.openxmlformats.org/drawingml/2006/main" noGrp="1"/>
          </p:cNvSpPr>
          <p:nvPr>
            <p:ph type="sldNum" idx="34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49.xml><?xml version="1.0" encoding="utf-8"?>
<p:sldLayout xmlns:p="http://schemas.openxmlformats.org/presentationml/2006/main" userDrawn="1">
  <p:cSld name="US Map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Graphic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a392100544ed1">
            <a:extLst>
              <a:ext uri="{96DAC541-7B7A-43D3-8B79-37D633B846F1}">
                <asvg:svgBlip xmlns:asvg="http://schemas.microsoft.com/office/drawing/2016/SVG/main" r:embed="Rd17b3d4aebe44f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8787" y="1398832"/>
            <a:ext cx="7784915" cy="5088180"/>
          </a:xfrm>
          <a:prstGeom xmlns:a="http://schemas.openxmlformats.org/drawingml/2006/main" prst="rect">
            <a:avLst/>
          </a:prstGeom>
        </p:spPr>
      </p:pic>
      <p:sp>
        <p:nvSpPr>
          <p:cNvPr id="64" name="Text Placeholder 63">
            <a:extLst xmlns:a="http://schemas.openxmlformats.org/drawingml/2006/main">
              <a:ext uri="{FF2B5EF4-FFF2-40B4-BE49-F238E27FC236}">
                <a16:creationId xmlns:a16="http://schemas.microsoft.com/office/drawing/2014/main" id="{6A78AED2-D80F-486D-9A5F-7BE35FD8D64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8908928" y="2376238"/>
            <a:ext cx="407195" cy="491402"/>
          </a:xfrm>
          <a:custGeom xmlns:a="http://schemas.openxmlformats.org/drawingml/2006/main">
            <a:gdLst>
              <a:gd name="connsiteX0" fmla="*/ 197521 w 395043"/>
              <a:gd name="connsiteY0" fmla="*/ 127878 h 476860"/>
              <a:gd name="connsiteX1" fmla="*/ 134426 w 395043"/>
              <a:gd name="connsiteY1" fmla="*/ 190974 h 476860"/>
              <a:gd name="connsiteX2" fmla="*/ 197521 w 395043"/>
              <a:gd name="connsiteY2" fmla="*/ 254069 h 476860"/>
              <a:gd name="connsiteX3" fmla="*/ 260616 w 395043"/>
              <a:gd name="connsiteY3" fmla="*/ 190974 h 476860"/>
              <a:gd name="connsiteX4" fmla="*/ 197521 w 395043"/>
              <a:gd name="connsiteY4" fmla="*/ 127878 h 476860"/>
              <a:gd name="connsiteX5" fmla="*/ 197522 w 395043"/>
              <a:gd name="connsiteY5" fmla="*/ 0 h 476860"/>
              <a:gd name="connsiteX6" fmla="*/ 337191 w 395043"/>
              <a:gd name="connsiteY6" fmla="*/ 57853 h 476860"/>
              <a:gd name="connsiteX7" fmla="*/ 337191 w 395043"/>
              <a:gd name="connsiteY7" fmla="*/ 57854 h 476860"/>
              <a:gd name="connsiteX8" fmla="*/ 337191 w 395043"/>
              <a:gd name="connsiteY8" fmla="*/ 337192 h 476860"/>
              <a:gd name="connsiteX9" fmla="*/ 197522 w 395043"/>
              <a:gd name="connsiteY9" fmla="*/ 476860 h 476860"/>
              <a:gd name="connsiteX10" fmla="*/ 57853 w 395043"/>
              <a:gd name="connsiteY10" fmla="*/ 337191 h 476860"/>
              <a:gd name="connsiteX11" fmla="*/ 57853 w 395043"/>
              <a:gd name="connsiteY11" fmla="*/ 57853 h 476860"/>
              <a:gd name="connsiteX12" fmla="*/ 197522 w 395043"/>
              <a:gd name="connsiteY12" fmla="*/ 0 h 476860"/>
            </a:gdLst>
            <a:rect l="l" t="t" r="r" b="b"/>
            <a:pathLst>
              <a:path w="395043" h="476860">
                <a:moveTo>
                  <a:pt x="197521" y="127878"/>
                </a:moveTo>
                <a:cubicBezTo>
                  <a:pt x="162675" y="127878"/>
                  <a:pt x="134426" y="156127"/>
                  <a:pt x="134426" y="190974"/>
                </a:cubicBezTo>
                <a:cubicBezTo>
                  <a:pt x="134427" y="225819"/>
                  <a:pt x="162676" y="254068"/>
                  <a:pt x="197521" y="254069"/>
                </a:cubicBezTo>
                <a:cubicBezTo>
                  <a:pt x="232368" y="254069"/>
                  <a:pt x="260616" y="225820"/>
                  <a:pt x="260616" y="190974"/>
                </a:cubicBezTo>
                <a:cubicBezTo>
                  <a:pt x="260616" y="156127"/>
                  <a:pt x="232368" y="127878"/>
                  <a:pt x="197521" y="127878"/>
                </a:cubicBezTo>
                <a:close/>
                <a:moveTo>
                  <a:pt x="197522" y="0"/>
                </a:moveTo>
                <a:cubicBezTo>
                  <a:pt x="248073" y="0"/>
                  <a:pt x="298623" y="19285"/>
                  <a:pt x="337191" y="57853"/>
                </a:cubicBezTo>
                <a:lnTo>
                  <a:pt x="337191" y="57854"/>
                </a:lnTo>
                <a:cubicBezTo>
                  <a:pt x="414327" y="134991"/>
                  <a:pt x="414327" y="260055"/>
                  <a:pt x="337191" y="337192"/>
                </a:cubicBezTo>
                <a:lnTo>
                  <a:pt x="197522" y="476860"/>
                </a:lnTo>
                <a:lnTo>
                  <a:pt x="57853" y="337191"/>
                </a:lnTo>
                <a:cubicBezTo>
                  <a:pt x="-19284" y="260054"/>
                  <a:pt x="-19284" y="134990"/>
                  <a:pt x="57853" y="57853"/>
                </a:cubicBezTo>
                <a:cubicBezTo>
                  <a:pt x="96421" y="19285"/>
                  <a:pt x="146971" y="0"/>
                  <a:pt x="197522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none" lIns="0" rIns="731520" anchor="ctr">
            <a:noAutofit/>
          </a:bodyPr>
          <a:lstStyle xmlns:a="http://schemas.openxmlformats.org/drawingml/2006/main">
            <a:lvl1pPr marL="0" indent="0" algn="r">
              <a:buNone/>
              <a:defRPr sz="2400" b="1"/>
            </a:lvl1pPr>
          </a:lstStyle>
          <a:p xmlns:a="http://schemas.openxmlformats.org/drawingml/2006/main">
            <a:pPr lvl="0">
              <a:buNone/>
            </a:pPr>
            <a:r>
              <a:t>New York HQ</a:t>
            </a:r>
          </a:p>
        </p:txBody>
      </p:sp>
      <p:sp>
        <p:nvSpPr>
          <p:cNvPr id="3" name="Title 6">
            <a:extLst xmlns:a="http://schemas.openxmlformats.org/drawingml/2006/main">
              <a:ext uri="{FF2B5EF4-FFF2-40B4-BE49-F238E27FC236}">
                <a16:creationId xmlns:a16="http://schemas.microsoft.com/office/drawing/2014/main" id="{E6CEE99A-D840-C23C-397E-4B243E9C5CD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2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E58B877-85EA-76FC-5AF2-E9060F56FE73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50.xml><?xml version="1.0" encoding="utf-8"?>
<p:sldLayout xmlns:p="http://schemas.openxmlformats.org/presentationml/2006/main" userDrawn="1">
  <p:cSld name="World Map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62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986b17029431c">
            <a:extLst>
              <a:ext uri="{96DAC541-7B7A-43D3-8B79-37D633B846F1}">
                <asvg:svgBlip xmlns:asvg="http://schemas.microsoft.com/office/drawing/2016/SVG/main" r:embed="Rf610f068f2f84df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680" y="1258981"/>
            <a:ext cx="10381787" cy="5114181"/>
          </a:xfrm>
          <a:prstGeom xmlns:a="http://schemas.openxmlformats.org/drawingml/2006/main" prst="rect">
            <a:avLst/>
          </a:prstGeom>
        </p:spPr>
      </p:pic>
      <p:sp>
        <p:nvSpPr>
          <p:cNvPr id="560" name="Text Placeholder 553">
            <a:extLst xmlns:a="http://schemas.openxmlformats.org/drawingml/2006/main">
              <a:ext uri="{FF2B5EF4-FFF2-40B4-BE49-F238E27FC236}">
                <a16:creationId xmlns:a16="http://schemas.microsoft.com/office/drawing/2014/main" id="{D912895C-B21A-4D2F-8D0B-7647A17FE88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109702" y="2595775"/>
            <a:ext cx="470708" cy="568049"/>
          </a:xfrm>
          <a:custGeom xmlns:a="http://schemas.openxmlformats.org/drawingml/2006/main">
            <a:gdLst>
              <a:gd name="connsiteX0" fmla="*/ 197521 w 395043"/>
              <a:gd name="connsiteY0" fmla="*/ 127878 h 476860"/>
              <a:gd name="connsiteX1" fmla="*/ 134426 w 395043"/>
              <a:gd name="connsiteY1" fmla="*/ 190974 h 476860"/>
              <a:gd name="connsiteX2" fmla="*/ 197521 w 395043"/>
              <a:gd name="connsiteY2" fmla="*/ 254069 h 476860"/>
              <a:gd name="connsiteX3" fmla="*/ 260616 w 395043"/>
              <a:gd name="connsiteY3" fmla="*/ 190974 h 476860"/>
              <a:gd name="connsiteX4" fmla="*/ 197521 w 395043"/>
              <a:gd name="connsiteY4" fmla="*/ 127878 h 476860"/>
              <a:gd name="connsiteX5" fmla="*/ 197522 w 395043"/>
              <a:gd name="connsiteY5" fmla="*/ 0 h 476860"/>
              <a:gd name="connsiteX6" fmla="*/ 337191 w 395043"/>
              <a:gd name="connsiteY6" fmla="*/ 57853 h 476860"/>
              <a:gd name="connsiteX7" fmla="*/ 337191 w 395043"/>
              <a:gd name="connsiteY7" fmla="*/ 57854 h 476860"/>
              <a:gd name="connsiteX8" fmla="*/ 337191 w 395043"/>
              <a:gd name="connsiteY8" fmla="*/ 337192 h 476860"/>
              <a:gd name="connsiteX9" fmla="*/ 197522 w 395043"/>
              <a:gd name="connsiteY9" fmla="*/ 476860 h 476860"/>
              <a:gd name="connsiteX10" fmla="*/ 57853 w 395043"/>
              <a:gd name="connsiteY10" fmla="*/ 337191 h 476860"/>
              <a:gd name="connsiteX11" fmla="*/ 57853 w 395043"/>
              <a:gd name="connsiteY11" fmla="*/ 57853 h 476860"/>
              <a:gd name="connsiteX12" fmla="*/ 197522 w 395043"/>
              <a:gd name="connsiteY12" fmla="*/ 0 h 476860"/>
            </a:gdLst>
            <a:rect l="l" t="t" r="r" b="b"/>
            <a:pathLst>
              <a:path w="395043" h="476860">
                <a:moveTo>
                  <a:pt x="197521" y="127878"/>
                </a:moveTo>
                <a:cubicBezTo>
                  <a:pt x="162675" y="127878"/>
                  <a:pt x="134426" y="156127"/>
                  <a:pt x="134426" y="190974"/>
                </a:cubicBezTo>
                <a:cubicBezTo>
                  <a:pt x="134427" y="225819"/>
                  <a:pt x="162676" y="254068"/>
                  <a:pt x="197521" y="254069"/>
                </a:cubicBezTo>
                <a:cubicBezTo>
                  <a:pt x="232368" y="254069"/>
                  <a:pt x="260616" y="225820"/>
                  <a:pt x="260616" y="190974"/>
                </a:cubicBezTo>
                <a:cubicBezTo>
                  <a:pt x="260616" y="156127"/>
                  <a:pt x="232368" y="127878"/>
                  <a:pt x="197521" y="127878"/>
                </a:cubicBezTo>
                <a:close/>
                <a:moveTo>
                  <a:pt x="197522" y="0"/>
                </a:moveTo>
                <a:cubicBezTo>
                  <a:pt x="248073" y="0"/>
                  <a:pt x="298623" y="19285"/>
                  <a:pt x="337191" y="57853"/>
                </a:cubicBezTo>
                <a:lnTo>
                  <a:pt x="337191" y="57854"/>
                </a:lnTo>
                <a:cubicBezTo>
                  <a:pt x="414327" y="134991"/>
                  <a:pt x="414327" y="260055"/>
                  <a:pt x="337191" y="337192"/>
                </a:cubicBezTo>
                <a:lnTo>
                  <a:pt x="197522" y="476860"/>
                </a:lnTo>
                <a:lnTo>
                  <a:pt x="57853" y="337191"/>
                </a:lnTo>
                <a:cubicBezTo>
                  <a:pt x="-19284" y="260054"/>
                  <a:pt x="-19284" y="134990"/>
                  <a:pt x="57853" y="57853"/>
                </a:cubicBezTo>
                <a:cubicBezTo>
                  <a:pt x="96421" y="19285"/>
                  <a:pt x="146971" y="0"/>
                  <a:pt x="197522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none" lIns="640080" anchor="ctr">
            <a:noAutofit/>
          </a:bodyPr>
          <a:lstStyle xmlns:a="http://schemas.openxmlformats.org/drawingml/2006/main">
            <a:lvl1pPr marL="0" indent="0">
              <a:buNone/>
              <a:defRPr sz="2400" b="1"/>
            </a:lvl1pPr>
          </a:lstStyle>
          <a:p xmlns:a="http://schemas.openxmlformats.org/drawingml/2006/main">
            <a:pPr lvl="0">
              <a:buNone/>
            </a:pPr>
            <a:r>
              <a:t>Bucharest, Romania</a:t>
            </a:r>
          </a:p>
        </p:txBody>
      </p:sp>
      <p:sp>
        <p:nvSpPr>
          <p:cNvPr id="2" name="Title 6">
            <a:extLst xmlns:a="http://schemas.openxmlformats.org/drawingml/2006/main">
              <a:ext uri="{FF2B5EF4-FFF2-40B4-BE49-F238E27FC236}">
                <a16:creationId xmlns:a16="http://schemas.microsoft.com/office/drawing/2014/main" id="{AB6EADF3-371B-7A8E-C9E0-7A7225A23A0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3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9253438-5274-80B6-0577-F2E0DCD931A7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51.xml><?xml version="1.0" encoding="utf-8"?>
<p:sldLayout xmlns:p="http://schemas.openxmlformats.org/presentationml/2006/main" preserve="1" userDrawn="1">
  <p:cSld name="Demo Video-orang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8CC0EE-3684-1C4F-014D-17BE8970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4616"/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20" tIns="45720" rIns="45720" bIns="45720" anchor="t">
            <a:noAutofit/>
          </a:bodyPr>
          <a:lstStyle xmlns:a="http://schemas.openxmlformats.org/drawingml/2006/main"/>
          <a:p xmlns:a="http://schemas.openxmlformats.org/drawingml/2006/main">
            <a:pPr algn="l" defTabSz="457200">
              <a:buNone/>
            </a:pPr>
          </a:p>
        </p:txBody>
      </p:sp>
      <p:sp>
        <p:nvSpPr>
          <p:cNvPr id="12" name="Title 1">
            <a:extLst xmlns:a="http://schemas.openxmlformats.org/drawingml/2006/main">
              <a:ext uri="{FF2B5EF4-FFF2-40B4-BE49-F238E27FC236}">
                <a16:creationId xmlns:a16="http://schemas.microsoft.com/office/drawing/2014/main" id="{79277D35-3A49-7880-0079-BBA83D44733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1583771"/>
            <a:ext cx="4076699" cy="44572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BDCD1AB-C397-81C3-E3C5-C6380721DA27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1" y="2029493"/>
            <a:ext cx="4076700" cy="33012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0">
              <a:buNone/>
            </a:pPr>
          </a:p>
        </p:txBody>
      </p:sp>
      <p:pic>
        <p:nvPicPr>
          <p:cNvPr id="30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0e9c1b9664a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2317" y="43252"/>
            <a:ext cx="10454823" cy="6400800"/>
          </a:xfrm>
          <a:prstGeom xmlns:a="http://schemas.openxmlformats.org/drawingml/2006/main" prst="rect">
            <a:avLst/>
          </a:prstGeom>
        </p:spPr>
      </p:pic>
      <p:sp>
        <p:nvSpPr>
          <p:cNvPr id="25" name="Media Placeholder 6">
            <a:extLst xmlns:a="http://schemas.openxmlformats.org/drawingml/2006/main">
              <a:ext uri="{FF2B5EF4-FFF2-40B4-BE49-F238E27FC236}">
                <a16:creationId xmlns:a16="http://schemas.microsoft.com/office/drawing/2014/main" id="{B5E89410-82EE-8517-CB0F-31F3A8CFF2BF}"/>
              </a:ext>
            </a:extLst>
          </p:cNvPr>
          <p:cNvSpPr>
            <a:spLocks xmlns:a="http://schemas.openxmlformats.org/drawingml/2006/main" noGrp="1"/>
          </p:cNvSpPr>
          <p:nvPr>
            <p:ph type="media" idx="31" hasCustomPrompt="1"/>
          </p:nvPr>
        </p:nvSpPr>
        <p:spPr>
          <a:xfrm xmlns:a="http://schemas.openxmlformats.org/drawingml/2006/main">
            <a:off x="4857225" y="1155429"/>
            <a:ext cx="7406774" cy="4175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video</a:t>
            </a:r>
          </a:p>
        </p:txBody>
      </p:sp>
      <p:sp>
        <p:nvSpPr>
          <p:cNvPr id="6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CA1A1F8-F5AB-9534-B9D5-D59825B1AC06}"/>
              </a:ext>
            </a:extLst>
          </p:cNvPr>
          <p:cNvSpPr>
            <a:spLocks xmlns:a="http://schemas.openxmlformats.org/drawingml/2006/main" noGrp="1"/>
          </p:cNvSpPr>
          <p:nvPr>
            <p:ph type="pic" idx="32"/>
          </p:nvPr>
        </p:nvSpPr>
        <p:spPr>
          <a:xfrm xmlns:a="http://schemas.openxmlformats.org/drawingml/2006/main">
            <a:off x="381000" y="433388"/>
            <a:ext cx="4076700" cy="7223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0703906-7213-DB4E-8EA0-9EA1288E30D4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52.xml><?xml version="1.0" encoding="utf-8"?>
<p:sldLayout xmlns:p="http://schemas.openxmlformats.org/presentationml/2006/main" preserve="1" userDrawn="1">
  <p:cSld name="Demo Video-teal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8CC0EE-3684-1C4F-014D-17BE8970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20" tIns="45720" rIns="45720" bIns="45720" anchor="t">
            <a:noAutofit/>
          </a:bodyPr>
          <a:lstStyle xmlns:a="http://schemas.openxmlformats.org/drawingml/2006/main"/>
          <a:p xmlns:a="http://schemas.openxmlformats.org/drawingml/2006/main">
            <a:pPr algn="l" defTabSz="457200">
              <a:buNone/>
            </a:pPr>
          </a:p>
        </p:txBody>
      </p:sp>
      <p:pic>
        <p:nvPicPr>
          <p:cNvPr id="16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6718bb05f44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2317" y="43252"/>
            <a:ext cx="10454823" cy="6400800"/>
          </a:xfrm>
          <a:prstGeom xmlns:a="http://schemas.openxmlformats.org/drawingml/2006/main" prst="rect">
            <a:avLst/>
          </a:prstGeom>
        </p:spPr>
      </p:pic>
      <p:sp>
        <p:nvSpPr>
          <p:cNvPr id="10" name="Media Placeholder 6">
            <a:extLst xmlns:a="http://schemas.openxmlformats.org/drawingml/2006/main">
              <a:ext uri="{FF2B5EF4-FFF2-40B4-BE49-F238E27FC236}">
                <a16:creationId xmlns:a16="http://schemas.microsoft.com/office/drawing/2014/main" id="{6019A792-5A23-1319-A310-5ED831A62B6A}"/>
              </a:ext>
            </a:extLst>
          </p:cNvPr>
          <p:cNvSpPr>
            <a:spLocks xmlns:a="http://schemas.openxmlformats.org/drawingml/2006/main" noGrp="1"/>
          </p:cNvSpPr>
          <p:nvPr>
            <p:ph type="media" idx="31" hasCustomPrompt="1"/>
          </p:nvPr>
        </p:nvSpPr>
        <p:spPr>
          <a:xfrm xmlns:a="http://schemas.openxmlformats.org/drawingml/2006/main">
            <a:off x="4857225" y="1155429"/>
            <a:ext cx="7406774" cy="4175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video</a:t>
            </a:r>
          </a:p>
        </p:txBody>
      </p:sp>
      <p:sp>
        <p:nvSpPr>
          <p:cNvPr id="9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DF8A157-8F31-D763-8E6E-7703E56D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CE40553F-42E6-97FB-887D-FB994286933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1583771"/>
            <a:ext cx="4076699" cy="44572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F808D8-DA5A-D620-4610-3E212B6200B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1" y="2029493"/>
            <a:ext cx="4076700" cy="33012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0">
              <a:buNone/>
            </a:pPr>
          </a:p>
        </p:txBody>
      </p:sp>
      <p:sp>
        <p:nvSpPr>
          <p:cNvPr id="1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955D126-9425-10B7-C1CF-F02568D7DE01}"/>
              </a:ext>
            </a:extLst>
          </p:cNvPr>
          <p:cNvSpPr>
            <a:spLocks xmlns:a="http://schemas.openxmlformats.org/drawingml/2006/main" noGrp="1"/>
          </p:cNvSpPr>
          <p:nvPr>
            <p:ph type="pic" idx="32"/>
          </p:nvPr>
        </p:nvSpPr>
        <p:spPr>
          <a:xfrm xmlns:a="http://schemas.openxmlformats.org/drawingml/2006/main">
            <a:off x="381000" y="433388"/>
            <a:ext cx="4076700" cy="7223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79D27A4-19CF-C9FB-7E11-6CA141DAFEE8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53.xml><?xml version="1.0" encoding="utf-8"?>
<p:sldLayout xmlns:p="http://schemas.openxmlformats.org/presentationml/2006/main" preserve="1" userDrawn="1">
  <p:cSld name="Demo Video-whit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0bc25c0a649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2317" y="43252"/>
            <a:ext cx="10454823" cy="6400800"/>
          </a:xfrm>
          <a:prstGeom xmlns:a="http://schemas.openxmlformats.org/drawingml/2006/main" prst="rect">
            <a:avLst/>
          </a:prstGeom>
        </p:spPr>
      </p:pic>
      <p:sp>
        <p:nvSpPr>
          <p:cNvPr id="25" name="Media Placeholder 6">
            <a:extLst xmlns:a="http://schemas.openxmlformats.org/drawingml/2006/main">
              <a:ext uri="{FF2B5EF4-FFF2-40B4-BE49-F238E27FC236}">
                <a16:creationId xmlns:a16="http://schemas.microsoft.com/office/drawing/2014/main" id="{B5E89410-82EE-8517-CB0F-31F3A8CFF2BF}"/>
              </a:ext>
            </a:extLst>
          </p:cNvPr>
          <p:cNvSpPr>
            <a:spLocks xmlns:a="http://schemas.openxmlformats.org/drawingml/2006/main" noGrp="1"/>
          </p:cNvSpPr>
          <p:nvPr>
            <p:ph type="media" idx="31" hasCustomPrompt="1"/>
          </p:nvPr>
        </p:nvSpPr>
        <p:spPr>
          <a:xfrm xmlns:a="http://schemas.openxmlformats.org/drawingml/2006/main">
            <a:off x="4857225" y="1155429"/>
            <a:ext cx="7406774" cy="4175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video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78576-EAA5-5EE7-4563-B5E605F18C7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1583771"/>
            <a:ext cx="4076699" cy="44572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67742B-0D2F-9DF0-01A6-0DC9F69D7B7E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1" y="2029493"/>
            <a:ext cx="4076700" cy="33012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Clr>
                <a:schemeClr val="bg1"/>
              </a:buClr>
              <a:buNone/>
              <a:defRPr sz="180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0">
              <a:buNone/>
            </a:pPr>
          </a:p>
        </p:txBody>
      </p:sp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521FC0E-6504-F363-FAC7-9918CE2D984D}"/>
              </a:ext>
            </a:extLst>
          </p:cNvPr>
          <p:cNvSpPr>
            <a:spLocks xmlns:a="http://schemas.openxmlformats.org/drawingml/2006/main" noGrp="1"/>
          </p:cNvSpPr>
          <p:nvPr>
            <p:ph type="pic" idx="32"/>
          </p:nvPr>
        </p:nvSpPr>
        <p:spPr>
          <a:xfrm xmlns:a="http://schemas.openxmlformats.org/drawingml/2006/main">
            <a:off x="381000" y="433388"/>
            <a:ext cx="4076700" cy="7223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909A5B0-0237-C30F-374F-ADD1AC75D999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54.xml><?xml version="1.0" encoding="utf-8"?>
<p:sldLayout xmlns:p="http://schemas.openxmlformats.org/presentationml/2006/main" userDrawn="1">
  <p:cSld name="Demo Video-centered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Graphic 9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9e971ae5f42d8">
            <a:extLst>
              <a:ext uri="{96DAC541-7B7A-43D3-8B79-37D633B846F1}">
                <asvg:svgBlip xmlns:asvg="http://schemas.microsoft.com/office/drawing/2016/SVG/main" r:embed="R495d2dd99539490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2706" y="715198"/>
            <a:ext cx="9304268" cy="5352540"/>
          </a:xfrm>
          <a:prstGeom xmlns:a="http://schemas.openxmlformats.org/drawingml/2006/main" prst="rect">
            <a:avLst/>
          </a:prstGeom>
        </p:spPr>
      </p:pic>
      <p:pic>
        <p:nvPicPr>
          <p:cNvPr id="1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9e971ae5f42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727" y="43252"/>
            <a:ext cx="10454823" cy="6400800"/>
          </a:xfrm>
          <a:prstGeom xmlns:a="http://schemas.openxmlformats.org/drawingml/2006/main" prst="rect">
            <a:avLst/>
          </a:prstGeom>
        </p:spPr>
      </p:pic>
      <p:pic>
        <p:nvPicPr>
          <p:cNvPr id="14" name="Graphic 1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9e971ae5f42d8">
            <a:extLst>
              <a:ext uri="{96DAC541-7B7A-43D3-8B79-37D633B846F1}">
                <asvg:svgBlip xmlns:asvg="http://schemas.microsoft.com/office/drawing/2016/SVG/main" r:embed="R495d2dd99539490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2706" y="715198"/>
            <a:ext cx="9304268" cy="5352540"/>
          </a:xfrm>
          <a:prstGeom xmlns:a="http://schemas.openxmlformats.org/drawingml/2006/main" prst="rect">
            <a:avLst/>
          </a:prstGeom>
        </p:spPr>
      </p:pic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7A62C29-4711-4F5D-CC9A-DC19EE9D0404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8" name="Media Placeholder 6">
            <a:extLst xmlns:a="http://schemas.openxmlformats.org/drawingml/2006/main">
              <a:ext uri="{FF2B5EF4-FFF2-40B4-BE49-F238E27FC236}">
                <a16:creationId xmlns:a16="http://schemas.microsoft.com/office/drawing/2014/main" id="{53D1A285-489D-FBF8-AB61-3F8A630A72C8}"/>
              </a:ext>
            </a:extLst>
          </p:cNvPr>
          <p:cNvSpPr>
            <a:spLocks xmlns:a="http://schemas.openxmlformats.org/drawingml/2006/main" noGrp="1"/>
          </p:cNvSpPr>
          <p:nvPr>
            <p:ph type="media" idx="30" hasCustomPrompt="1"/>
          </p:nvPr>
        </p:nvSpPr>
        <p:spPr>
          <a:xfrm xmlns:a="http://schemas.openxmlformats.org/drawingml/2006/main">
            <a:off x="2388635" y="1155429"/>
            <a:ext cx="7406774" cy="4175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video</a:t>
            </a:r>
          </a:p>
        </p:txBody>
      </p:sp>
      <p:sp>
        <p:nvSpPr>
          <p:cNvPr id="5" name="Title 6">
            <a:extLst xmlns:a="http://schemas.openxmlformats.org/drawingml/2006/main">
              <a:ext uri="{FF2B5EF4-FFF2-40B4-BE49-F238E27FC236}">
                <a16:creationId xmlns:a16="http://schemas.microsoft.com/office/drawing/2014/main" id="{1D2C7D8E-693F-3FAC-9BCA-371D1D40D3F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</p:spTree>
  </p:cSld>
  <p:hf hdr="0" ftr="0" dt="0"/>
</p:sldLayout>
</file>

<file path=ppt/slideLayouts/slideLayout55.xml><?xml version="1.0" encoding="utf-8"?>
<p:sldLayout xmlns:p="http://schemas.openxmlformats.org/presentationml/2006/main" preserve="1" userDrawn="1">
  <p:cSld name="Demo Video-alternativ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Graphic 9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a0bb8f04c4de4">
            <a:extLst>
              <a:ext uri="{96DAC541-7B7A-43D3-8B79-37D633B846F1}">
                <asvg:svgBlip xmlns:asvg="http://schemas.microsoft.com/office/drawing/2016/SVG/main" r:embed="R31dc9267f8364e4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2706" y="715198"/>
            <a:ext cx="9304268" cy="5352540"/>
          </a:xfrm>
          <a:prstGeom xmlns:a="http://schemas.openxmlformats.org/drawingml/2006/main" prst="rect">
            <a:avLst/>
          </a:prstGeom>
        </p:spPr>
      </p:pic>
      <p:pic>
        <p:nvPicPr>
          <p:cNvPr id="15" name="Graphic 1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a0bb8f04c4de4">
            <a:extLst>
              <a:ext uri="{96DAC541-7B7A-43D3-8B79-37D633B846F1}">
                <asvg:svgBlip xmlns:asvg="http://schemas.microsoft.com/office/drawing/2016/SVG/main" r:embed="R31dc9267f8364e4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2706" y="715198"/>
            <a:ext cx="9304268" cy="5352540"/>
          </a:xfrm>
          <a:prstGeom xmlns:a="http://schemas.openxmlformats.org/drawingml/2006/main" prst="rect">
            <a:avLst/>
          </a:prstGeom>
        </p:spPr>
      </p:pic>
      <p:sp>
        <p:nvSpPr>
          <p:cNvPr id="8" name="Title 6">
            <a:extLst xmlns:a="http://schemas.openxmlformats.org/drawingml/2006/main">
              <a:ext uri="{FF2B5EF4-FFF2-40B4-BE49-F238E27FC236}">
                <a16:creationId xmlns:a16="http://schemas.microsoft.com/office/drawing/2014/main" id="{223966C2-4D0F-2A1B-88F3-361239C3ED8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pic>
        <p:nvPicPr>
          <p:cNvPr id="17" name="Graphic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0a90f6b5b418a">
            <a:extLst>
              <a:ext uri="{96DAC541-7B7A-43D3-8B79-37D633B846F1}">
                <asvg:svgBlip xmlns:asvg="http://schemas.microsoft.com/office/drawing/2016/SVG/main" r:embed="R780a4dec2aeb469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1">
            <a:off x="0" y="5579504"/>
            <a:ext cx="1774080" cy="1188000"/>
          </a:xfrm>
          <a:prstGeom xmlns:a="http://schemas.openxmlformats.org/drawingml/2006/main" prst="rect">
            <a:avLst/>
          </a:prstGeom>
        </p:spPr>
      </p:pic>
      <p:pic>
        <p:nvPicPr>
          <p:cNvPr id="18" name="Graphic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3e55e737f4e74">
            <a:extLst>
              <a:ext uri="{96DAC541-7B7A-43D3-8B79-37D633B846F1}">
                <asvg:svgBlip xmlns:asvg="http://schemas.microsoft.com/office/drawing/2016/SVG/main" r:embed="R6f004d527b7d417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17570" y="5579504"/>
            <a:ext cx="1774079" cy="1188000"/>
          </a:xfrm>
          <a:prstGeom xmlns:a="http://schemas.openxmlformats.org/drawingml/2006/main" prst="rect">
            <a:avLst/>
          </a:prstGeom>
        </p:spPr>
      </p:pic>
      <p:sp>
        <p:nvSpPr>
          <p:cNvPr id="9" name="Media Placeholder 6">
            <a:extLst xmlns:a="http://schemas.openxmlformats.org/drawingml/2006/main">
              <a:ext uri="{FF2B5EF4-FFF2-40B4-BE49-F238E27FC236}">
                <a16:creationId xmlns:a16="http://schemas.microsoft.com/office/drawing/2014/main" id="{93CE8F70-B549-DBCC-C5A8-2FE87B15FE7A}"/>
              </a:ext>
            </a:extLst>
          </p:cNvPr>
          <p:cNvSpPr>
            <a:spLocks xmlns:a="http://schemas.openxmlformats.org/drawingml/2006/main" noGrp="1"/>
          </p:cNvSpPr>
          <p:nvPr>
            <p:ph type="media" idx="30" hasCustomPrompt="1"/>
          </p:nvPr>
        </p:nvSpPr>
        <p:spPr>
          <a:xfrm xmlns:a="http://schemas.openxmlformats.org/drawingml/2006/main">
            <a:off x="1777233" y="1175657"/>
            <a:ext cx="8640162" cy="487064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video</a:t>
            </a:r>
          </a:p>
        </p:txBody>
      </p:sp>
    </p:spTree>
  </p:cSld>
  <p:hf hdr="0" ftr="0" dt="0"/>
</p:sldLayout>
</file>

<file path=ppt/slideLayouts/slideLayout56.xml><?xml version="1.0" encoding="utf-8"?>
<p:sldLayout xmlns:p="http://schemas.openxmlformats.org/presentationml/2006/main" showMasterSp="0" preserve="1" userDrawn="1">
  <p:cSld name="Full Screeen Video-whi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edia Placeholder 6">
            <a:extLst xmlns:a="http://schemas.openxmlformats.org/drawingml/2006/main">
              <a:ext uri="{FF2B5EF4-FFF2-40B4-BE49-F238E27FC236}">
                <a16:creationId xmlns:a16="http://schemas.microsoft.com/office/drawing/2014/main" id="{D4C87C79-4B41-EB43-DBFD-BB5B54198860}"/>
              </a:ext>
            </a:extLst>
          </p:cNvPr>
          <p:cNvSpPr>
            <a:spLocks xmlns:a="http://schemas.openxmlformats.org/drawingml/2006/main" noGrp="1"/>
          </p:cNvSpPr>
          <p:nvPr>
            <p:ph type="media" idx="30" hasCustomPrompt="1"/>
          </p:nvPr>
        </p:nvSpPr>
        <p:spPr>
          <a:xfrm xmlns:a="http://schemas.openxmlformats.org/drawingml/2006/main">
            <a:off x="0" y="0"/>
            <a:ext cx="12192000" cy="6872898"/>
          </a:xfrm>
        </p:spPr>
        <p:txBody>
          <a:bodyPr xmlns:a="http://schemas.openxmlformats.org/drawingml/2006/main"/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None/>
              <a:defRPr/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None/>
            </a:pPr>
            <a:r>
              <a:t>Full screen video. Click icon to insert media.</a:t>
            </a:r>
          </a:p>
        </p:txBody>
      </p:sp>
    </p:spTree>
  </p:cSld>
  <p:hf hdr="0" ftr="0" dt="0"/>
</p:sldLayout>
</file>

<file path=ppt/slideLayouts/slideLayout57.xml><?xml version="1.0" encoding="utf-8"?>
<p:sldLayout xmlns:p="http://schemas.openxmlformats.org/presentationml/2006/main" showMasterSp="0" preserve="1" userDrawn="1">
  <p:cSld name="Full Screeen Photo + Heading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F6851EF3-E456-437C-A6B0-4799E41CBB80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1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None/>
              <a:defRPr baseline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None/>
            </a:pPr>
            <a:r>
              <a:t>Click icon or drag to insert image</a:t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9F34E493-A0B9-B4E1-E6DF-EB2162A19B2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1364401" cy="81053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pic>
        <p:nvPicPr>
          <p:cNvPr id="1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da043bb4847f6">
            <a:extLst>
              <a:ext uri="{96DAC541-7B7A-43D3-8B79-37D633B846F1}">
                <asvg:svgBlip xmlns:asvg="http://schemas.microsoft.com/office/drawing/2016/SVG/main" r:embed="R1c553705240e41cb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58.xml><?xml version="1.0" encoding="utf-8"?>
<p:sldLayout xmlns:p="http://schemas.openxmlformats.org/presentationml/2006/main" preserve="1" userDrawn="1">
  <p:cSld name="Full Screen Photo + Heading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80C7C740-9A7F-DD75-9138-CAAD989A3B9E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1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None/>
              <a:defRPr baseline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None/>
            </a:pPr>
            <a:r>
              <a:t>Click icon or drag to insert image</a:t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9F34E493-A0B9-B4E1-E6DF-EB2162A19B2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1364401" cy="81053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</p:spTree>
  </p:cSld>
  <p:hf hdr="0" ftr="0" dt="0"/>
</p:sldLayout>
</file>

<file path=ppt/slideLayouts/slideLayout59.xml><?xml version="1.0" encoding="utf-8"?>
<p:sldLayout xmlns:p="http://schemas.openxmlformats.org/presentationml/2006/main" showMasterSp="0" preserve="1" userDrawn="1">
  <p:cSld name="Headline Only-orang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227EE4-DCAF-FE08-AE3E-E91A0BDBD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3" name="Title 6">
            <a:extLst xmlns:a="http://schemas.openxmlformats.org/drawingml/2006/main">
              <a:ext uri="{FF2B5EF4-FFF2-40B4-BE49-F238E27FC236}">
                <a16:creationId xmlns:a16="http://schemas.microsoft.com/office/drawing/2014/main" id="{839CF225-64D0-BFEC-4CB0-01313D5CE43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2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E13E24E-F8F4-AC9C-C129-EE98C23A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1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340B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201a0622a46a6">
            <a:extLst>
              <a:ext uri="{96DAC541-7B7A-43D3-8B79-37D633B846F1}">
                <asvg:svgBlip xmlns:asvg="http://schemas.microsoft.com/office/drawing/2016/SVG/main" r:embed="R71aeb1e9f4064a3e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60.xml><?xml version="1.0" encoding="utf-8"?>
<p:sldLayout xmlns:p="http://schemas.openxmlformats.org/presentationml/2006/main" showMasterSp="0" preserve="1">
  <p:cSld name="Headline Only-teal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05247E-9544-5500-21FA-D248F7515A6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5"/>
            <a:ext cx="10181253" cy="82202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5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8D58CF3-8332-D440-5C30-680CDDEF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1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0D75A8-5A6F-2990-BE64-374B7DBC36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324C0A44-AD9E-49C7-A6F8-E7DA309B6D4F}" type="slidenum">
              <a:t>‹#›</a:t>
            </a:fld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7e5a1e9b544bc">
            <a:extLst>
              <a:ext uri="{96DAC541-7B7A-43D3-8B79-37D633B846F1}">
                <asvg:svgBlip xmlns:asvg="http://schemas.microsoft.com/office/drawing/2016/SVG/main" r:embed="R58d0709f2a614c3f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61.xml><?xml version="1.0" encoding="utf-8"?>
<p:sldLayout xmlns:p="http://schemas.openxmlformats.org/presentationml/2006/main" preserve="1" userDrawn="1">
  <p:cSld name="Headline Only-whi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227EE4-DCAF-FE08-AE3E-E91A0BDBD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3" name="Title 6">
            <a:extLst xmlns:a="http://schemas.openxmlformats.org/drawingml/2006/main">
              <a:ext uri="{FF2B5EF4-FFF2-40B4-BE49-F238E27FC236}">
                <a16:creationId xmlns:a16="http://schemas.microsoft.com/office/drawing/2014/main" id="{839CF225-64D0-BFEC-4CB0-01313D5CE43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</p:spTree>
  </p:cSld>
  <p:hf hdr="0" ftr="0" dt="0"/>
</p:sldLayout>
</file>

<file path=ppt/slideLayouts/slideLayout62.xml><?xml version="1.0" encoding="utf-8"?>
<p:sldLayout xmlns:p="http://schemas.openxmlformats.org/presentationml/2006/main" showMasterSp="0" preserve="1" userDrawn="1">
  <p:cSld name="Headline + Lead line-orang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227EE4-DCAF-FE08-AE3E-E91A0BDBD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3" name="Title 6">
            <a:extLst xmlns:a="http://schemas.openxmlformats.org/drawingml/2006/main">
              <a:ext uri="{FF2B5EF4-FFF2-40B4-BE49-F238E27FC236}">
                <a16:creationId xmlns:a16="http://schemas.microsoft.com/office/drawing/2014/main" id="{839CF225-64D0-BFEC-4CB0-01313D5CE43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57806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C9C04FB9-743A-942E-9C3E-8C94CB476C75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099" y="974512"/>
            <a:ext cx="10181154" cy="249299"/>
          </a:xfrm>
        </p:spPr>
        <p:txBody>
          <a:bodyPr xmlns:a="http://schemas.openxmlformats.org/drawingml/2006/main" wrap="square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0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020D0F0-5176-BFEE-62B0-D6EEC2C8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1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340B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pic>
        <p:nvPicPr>
          <p:cNvPr id="1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ba5f663364abe">
            <a:extLst>
              <a:ext uri="{96DAC541-7B7A-43D3-8B79-37D633B846F1}">
                <asvg:svgBlip xmlns:asvg="http://schemas.microsoft.com/office/drawing/2016/SVG/main" r:embed="R76a4919d0cd94bd6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63.xml><?xml version="1.0" encoding="utf-8"?>
<p:sldLayout xmlns:p="http://schemas.openxmlformats.org/presentationml/2006/main" showMasterSp="0" preserve="1" userDrawn="1">
  <p:cSld name="Headline + Lead line-teal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227EE4-DCAF-FE08-AE3E-E91A0BDBD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3" name="Title 6">
            <a:extLst xmlns:a="http://schemas.openxmlformats.org/drawingml/2006/main">
              <a:ext uri="{FF2B5EF4-FFF2-40B4-BE49-F238E27FC236}">
                <a16:creationId xmlns:a16="http://schemas.microsoft.com/office/drawing/2014/main" id="{839CF225-64D0-BFEC-4CB0-01313D5CE43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57806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C9C04FB9-743A-942E-9C3E-8C94CB476C75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099" y="974512"/>
            <a:ext cx="10181154" cy="249299"/>
          </a:xfrm>
        </p:spPr>
        <p:txBody>
          <a:bodyPr xmlns:a="http://schemas.openxmlformats.org/drawingml/2006/main" wrap="square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0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A61C697-1EA1-09EA-2E23-50DC99E7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1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931b736534712">
            <a:extLst>
              <a:ext uri="{96DAC541-7B7A-43D3-8B79-37D633B846F1}">
                <asvg:svgBlip xmlns:asvg="http://schemas.microsoft.com/office/drawing/2016/SVG/main" r:embed="R72f8868cd2064f23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64.xml><?xml version="1.0" encoding="utf-8"?>
<p:sldLayout xmlns:p="http://schemas.openxmlformats.org/presentationml/2006/main" preserve="1" userDrawn="1">
  <p:cSld name="Headline + Lead line-whi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227EE4-DCAF-FE08-AE3E-E91A0BDBD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3" name="Title 6">
            <a:extLst xmlns:a="http://schemas.openxmlformats.org/drawingml/2006/main">
              <a:ext uri="{FF2B5EF4-FFF2-40B4-BE49-F238E27FC236}">
                <a16:creationId xmlns:a16="http://schemas.microsoft.com/office/drawing/2014/main" id="{839CF225-64D0-BFEC-4CB0-01313D5CE43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57806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C9C04FB9-743A-942E-9C3E-8C94CB476C75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099" y="974512"/>
            <a:ext cx="10181154" cy="249299"/>
          </a:xfrm>
        </p:spPr>
        <p:txBody>
          <a:bodyPr xmlns:a="http://schemas.openxmlformats.org/drawingml/2006/main" wrap="square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0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</p:spTree>
  </p:cSld>
  <p:hf hdr="0" ftr="0" dt="0"/>
</p:sldLayout>
</file>

<file path=ppt/slideLayouts/slideLayout65.xml><?xml version="1.0" encoding="utf-8"?>
<p:sldLayout xmlns:p="http://schemas.openxmlformats.org/presentationml/2006/main" preserve="1" userDrawn="1">
  <p:cSld name="Blank 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CAB073-32C6-D85D-B76A-958E24ECAF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66.xml><?xml version="1.0" encoding="utf-8"?>
<p:sldLayout xmlns:p="http://schemas.openxmlformats.org/presentationml/2006/main" showMasterSp="0" preserve="1" userDrawn="1">
  <p:cSld name="Thank You Slide-orang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4" name="Rectangle">
            <a:extLst xmlns:a="http://schemas.openxmlformats.org/drawingml/2006/main">
              <a:ext uri="{FF2B5EF4-FFF2-40B4-BE49-F238E27FC236}">
                <a16:creationId xmlns:a16="http://schemas.microsoft.com/office/drawing/2014/main" id="{673649F4-7DCB-4903-8730-21304DB5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25602228-6111-DF42-E662-98B36F42EEB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41E868ED-CBCA-DDE9-D711-BCD4186BCE9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600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1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37DA033F-902A-88B1-9EA6-1279D06A4F8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486912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2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0E2119B1-0E85-3788-BF7F-DC52B8939B1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486912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3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5EA6BA9-CD98-4FF4-3889-B670401BC008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364224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4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B57CFBA9-AC10-F523-000C-2677206AA65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364224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D5BEE1B-550D-5A42-DA38-D8E39E96395E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241536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6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000BF735-605C-CB88-A90C-55C50D69A81C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9241536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3CE2168F-1809-CFB0-E4F5-629FBDB40C4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15937" y="779885"/>
            <a:ext cx="8229600" cy="33655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70000"/>
              </a:lnSpc>
              <a:buNone/>
              <a:defRPr sz="14500" kern="1200" spc="-1200" baseline="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" name="Rectangle">
            <a:extLst xmlns:a="http://schemas.openxmlformats.org/drawingml/2006/main">
              <a:ext uri="{FF2B5EF4-FFF2-40B4-BE49-F238E27FC236}">
                <a16:creationId xmlns:a16="http://schemas.microsoft.com/office/drawing/2014/main" id="{E89ACD0C-BA87-47A6-3E37-B52D6B07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pic>
        <p:nvPicPr>
          <p:cNvPr id="131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5309876444a35">
            <a:extLst>
              <a:ext uri="{96DAC541-7B7A-43D3-8B79-37D633B846F1}">
                <asvg:svgBlip xmlns:asvg="http://schemas.microsoft.com/office/drawing/2016/SVG/main" r:embed="R2306f408ed2242a2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67.xml><?xml version="1.0" encoding="utf-8"?>
<p:sldLayout xmlns:p="http://schemas.openxmlformats.org/presentationml/2006/main" showMasterSp="0" preserve="1" userDrawn="1">
  <p:cSld name="Thank You Slide-teal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4" name="Rectangle">
            <a:extLst xmlns:a="http://schemas.openxmlformats.org/drawingml/2006/main">
              <a:ext uri="{FF2B5EF4-FFF2-40B4-BE49-F238E27FC236}">
                <a16:creationId xmlns:a16="http://schemas.microsoft.com/office/drawing/2014/main" id="{2CAB69A9-A900-403B-B3F0-E15ABE35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25602228-6111-DF42-E662-98B36F42EEB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41E868ED-CBCA-DDE9-D711-BCD4186BCE9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600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1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37DA033F-902A-88B1-9EA6-1279D06A4F8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486912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2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0E2119B1-0E85-3788-BF7F-DC52B8939B1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486912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3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5EA6BA9-CD98-4FF4-3889-B670401BC008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364224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4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B57CFBA9-AC10-F523-000C-2677206AA65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364224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D5BEE1B-550D-5A42-DA38-D8E39E96395E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241536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6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000BF735-605C-CB88-A90C-55C50D69A81C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9241536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3CE2168F-1809-CFB0-E4F5-629FBDB40C4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15937" y="779885"/>
            <a:ext cx="8229600" cy="33655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70000"/>
              </a:lnSpc>
              <a:buNone/>
              <a:defRPr sz="14500" kern="1200" spc="-1200" baseline="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" name="Rectangle">
            <a:extLst xmlns:a="http://schemas.openxmlformats.org/drawingml/2006/main">
              <a:ext uri="{FF2B5EF4-FFF2-40B4-BE49-F238E27FC236}">
                <a16:creationId xmlns:a16="http://schemas.microsoft.com/office/drawing/2014/main" id="{E89ACD0C-BA87-47A6-3E37-B52D6B07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pic>
        <p:nvPicPr>
          <p:cNvPr id="131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46ad4de4545b4">
            <a:extLst>
              <a:ext uri="{96DAC541-7B7A-43D3-8B79-37D633B846F1}">
                <asvg:svgBlip xmlns:asvg="http://schemas.microsoft.com/office/drawing/2016/SVG/main" r:embed="R3fe9499611be476c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68.xml><?xml version="1.0" encoding="utf-8"?>
<p:sldLayout xmlns:p="http://schemas.openxmlformats.org/presentationml/2006/main" showMasterSp="0" preserve="1">
  <p:cSld name="Thank You Slide-whit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4" name="Rectangle">
            <a:extLst xmlns:a="http://schemas.openxmlformats.org/drawingml/2006/main">
              <a:ext uri="{FF2B5EF4-FFF2-40B4-BE49-F238E27FC236}">
                <a16:creationId xmlns:a16="http://schemas.microsoft.com/office/drawing/2014/main" id="{E1EE6538-2435-4DD1-BA32-9843BFFA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accent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25602228-6111-DF42-E662-98B36F42EEB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41E868ED-CBCA-DDE9-D711-BCD4186BCE9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600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1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37DA033F-902A-88B1-9EA6-1279D06A4F8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486912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2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0E2119B1-0E85-3788-BF7F-DC52B8939B1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486912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3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5EA6BA9-CD98-4FF4-3889-B670401BC008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364224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4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B57CFBA9-AC10-F523-000C-2677206AA65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364224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D5BEE1B-550D-5A42-DA38-D8E39E96395E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241536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6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000BF735-605C-CB88-A90C-55C50D69A81C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9241536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A8FCDD82-451D-B8CB-0191-7A81BF21E2D3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15937" y="779885"/>
            <a:ext cx="8229600" cy="33655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70000"/>
              </a:lnSpc>
              <a:buNone/>
              <a:defRPr sz="14500" kern="1200" spc="-1200" baseline="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" name="Rectangle">
            <a:extLst xmlns:a="http://schemas.openxmlformats.org/drawingml/2006/main">
              <a:ext uri="{FF2B5EF4-FFF2-40B4-BE49-F238E27FC236}">
                <a16:creationId xmlns:a16="http://schemas.microsoft.com/office/drawing/2014/main" id="{47003A89-ED80-91E8-6B4F-65A51DB2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accent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pic>
        <p:nvPicPr>
          <p:cNvPr id="131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9e6f8b13049b8">
            <a:extLst>
              <a:ext uri="{96DAC541-7B7A-43D3-8B79-37D633B846F1}">
                <asvg:svgBlip xmlns:asvg="http://schemas.microsoft.com/office/drawing/2016/SVG/main" r:embed="Ra035ec67fe844a8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7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69.xml><?xml version="1.0" encoding="utf-8"?>
<p:sldLayout xmlns:p="http://schemas.openxmlformats.org/presentationml/2006/main" showMasterSp="0" userDrawn="1">
  <p:cSld name="Section">
    <p:bg>
      <p:bgPr>
        <a:solidFill xmlns:a="http://schemas.openxmlformats.org/drawingml/2006/main">
          <a:srgbClr val="182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0376C9-2356-22A6-5441-84E77464B55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41471" y="2835689"/>
            <a:ext cx="8829198" cy="15451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5998" spc="-15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4FD67D-7BA3-C2D7-4395-16F69E74CF6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41471" y="4574120"/>
            <a:ext cx="8829198" cy="9144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1999" spc="0" baseline="0">
                <a:solidFill>
                  <a:schemeClr val="bg1"/>
                </a:solidFill>
              </a:defRPr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 xmlns:a="http://schemas.openxmlformats.org/drawingml/2006/main">
            <a:r>
              <a:t>Click to add text</a:t>
            </a:r>
          </a:p>
        </p:txBody>
      </p:sp>
      <p:pic>
        <p:nvPicPr>
          <p:cNvPr id="13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25841256c449f">
            <a:extLst>
              <a:ext uri="{96DAC541-7B7A-43D3-8B79-37D633B846F1}">
                <asvg:svgBlip xmlns:asvg="http://schemas.microsoft.com/office/drawing/2016/SVG/main" r:embed="Rc5e2253a875f4e3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32004" y="434072"/>
            <a:ext cx="1497674" cy="488372"/>
          </a:xfrm>
          <a:prstGeom xmlns:a="http://schemas.openxmlformats.org/drawingml/2006/main" prst="rect">
            <a:avLst/>
          </a:prstGeom>
        </p:spPr>
      </p:pic>
      <p:pic>
        <p:nvPicPr>
          <p:cNvPr id="14" name="Graphic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63d77164e4664">
            <a:extLst>
              <a:ext uri="{96DAC541-7B7A-43D3-8B79-37D633B846F1}">
                <asvg:svgBlip xmlns:asvg="http://schemas.microsoft.com/office/drawing/2016/SVG/main" r:embed="Ra662307186864ed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02" y="190499"/>
            <a:ext cx="1817992" cy="1217406"/>
          </a:xfrm>
          <a:prstGeom xmlns:a="http://schemas.openxmlformats.org/drawingml/2006/main" prst="rect">
            <a:avLst/>
          </a:prstGeom>
        </p:spPr>
      </p:pic>
      <p:pic>
        <p:nvPicPr>
          <p:cNvPr id="15" name="Graphic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a27f5b1c943fb">
            <a:extLst>
              <a:ext uri="{96DAC541-7B7A-43D3-8B79-37D633B846F1}">
                <asvg:svgBlip xmlns:asvg="http://schemas.microsoft.com/office/drawing/2016/SVG/main" r:embed="Rebb49fc9531344bd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08304" y="5450094"/>
            <a:ext cx="1817992" cy="1217405"/>
          </a:xfrm>
          <a:prstGeom xmlns:a="http://schemas.openxmlformats.org/drawingml/2006/main" prst="rect">
            <a:avLst/>
          </a:prstGeom>
        </p:spPr>
      </p:pic>
      <p:sp>
        <p:nvSpPr>
          <p:cNvPr id="7" name="Rectangle">
            <a:extLst xmlns:a="http://schemas.openxmlformats.org/drawingml/2006/main">
              <a:ext uri="{FF2B5EF4-FFF2-40B4-BE49-F238E27FC236}">
                <a16:creationId xmlns:a16="http://schemas.microsoft.com/office/drawing/2014/main" id="{41897A99-7B2B-711F-1F50-CFB1CB17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3" y="190502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15" bIns="91415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</p:spTree>
  </p:cSld>
  <p:hf hdr="0" ftr="0" dt="0"/>
</p:sldLayout>
</file>

<file path=ppt/slideLayouts/slideLayout70.xml><?xml version="1.0" encoding="utf-8"?>
<p:sldLayout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Graphic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acd5668514c23">
            <a:extLst>
              <a:ext uri="{96DAC541-7B7A-43D3-8B79-37D633B846F1}">
                <asvg:svgBlip xmlns:asvg="http://schemas.microsoft.com/office/drawing/2016/SVG/main" r:embed="R7326cd71aa58458a"/>
              </a:ext>
            </a:extLst>
          </a:blip>
          <a:srcRect xmlns:a="http://schemas.openxmlformats.org/drawingml/2006/main" l="0" t="0" r="0" b="32596"/>
          <a:stretch xmlns:a="http://schemas.openxmlformats.org/drawingml/2006/main"/>
        </p:blipFill>
        <p:spPr>
          <a:xfrm xmlns:a="http://schemas.openxmlformats.org/drawingml/2006/main">
            <a:off x="10836916" y="423383"/>
            <a:ext cx="877997" cy="295823"/>
          </a:xfrm>
          <a:prstGeom xmlns:a="http://schemas.openxmlformats.org/drawingml/2006/main" prst="rect">
            <a:avLst/>
          </a:prstGeom>
        </p:spPr>
      </p:pic>
      <p:sp>
        <p:nvSpPr>
          <p:cNvPr id="2" name="Square">
            <a:extLst xmlns:a="http://schemas.openxmlformats.org/drawingml/2006/main">
              <a:ext uri="{FF2B5EF4-FFF2-40B4-BE49-F238E27FC236}">
                <a16:creationId xmlns:a16="http://schemas.microsoft.com/office/drawing/2014/main" id="{EC5EFA56-8AA4-FFC4-5B6A-979451DB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11421751" y="6366685"/>
            <a:ext cx="305817" cy="305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4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>
                <a:solidFill>
                  <a:srgbClr val="1E6482"/>
                </a:solidFill>
              </a:defRPr>
            </a:pPr>
          </a:p>
        </p:txBody>
      </p:sp>
      <p:sp>
        <p:nvSpPr>
          <p:cNvPr id="3" name="Square">
            <a:extLst xmlns:a="http://schemas.openxmlformats.org/drawingml/2006/main">
              <a:ext uri="{FF2B5EF4-FFF2-40B4-BE49-F238E27FC236}">
                <a16:creationId xmlns:a16="http://schemas.microsoft.com/office/drawing/2014/main" id="{43EF3B7C-27CD-1B37-39CC-8430D82B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11723705" y="6366685"/>
            <a:ext cx="305817" cy="305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4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>
                <a:solidFill>
                  <a:srgbClr val="1E6482"/>
                </a:solidFill>
              </a:defRPr>
            </a:pPr>
          </a:p>
        </p:txBody>
      </p:sp>
      <p:sp>
        <p:nvSpPr>
          <p:cNvPr id="5" name="Square">
            <a:extLst xmlns:a="http://schemas.openxmlformats.org/drawingml/2006/main">
              <a:ext uri="{FF2B5EF4-FFF2-40B4-BE49-F238E27FC236}">
                <a16:creationId xmlns:a16="http://schemas.microsoft.com/office/drawing/2014/main" id="{0F25435E-1750-24B6-7F0D-72431105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11723705" y="6062534"/>
            <a:ext cx="305817" cy="305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4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>
                <a:solidFill>
                  <a:srgbClr val="1E6482"/>
                </a:solidFill>
              </a:defRPr>
            </a:pPr>
          </a:p>
        </p:txBody>
      </p:sp>
      <p:sp>
        <p:nvSpPr>
          <p:cNvPr id="6" name="Square">
            <a:extLst xmlns:a="http://schemas.openxmlformats.org/drawingml/2006/main">
              <a:ext uri="{FF2B5EF4-FFF2-40B4-BE49-F238E27FC236}">
                <a16:creationId xmlns:a16="http://schemas.microsoft.com/office/drawing/2014/main" id="{E4DE1793-746C-A76D-41D1-1C3816D9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11421751" y="5757085"/>
            <a:ext cx="305817" cy="305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4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>
                <a:solidFill>
                  <a:srgbClr val="1E6482"/>
                </a:solidFill>
              </a:defRPr>
            </a:pPr>
          </a:p>
        </p:txBody>
      </p:sp>
      <p:sp>
        <p:nvSpPr>
          <p:cNvPr id="7" name="Square">
            <a:extLst xmlns:a="http://schemas.openxmlformats.org/drawingml/2006/main">
              <a:ext uri="{FF2B5EF4-FFF2-40B4-BE49-F238E27FC236}">
                <a16:creationId xmlns:a16="http://schemas.microsoft.com/office/drawing/2014/main" id="{95954BAF-7D8D-83FF-9217-CF02E180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10818030" y="5452934"/>
            <a:ext cx="305817" cy="305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4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>
                <a:solidFill>
                  <a:srgbClr val="1E6482"/>
                </a:solidFill>
              </a:defRPr>
            </a:pPr>
          </a:p>
        </p:txBody>
      </p:sp>
      <p:sp>
        <p:nvSpPr>
          <p:cNvPr id="8" name="Square">
            <a:extLst xmlns:a="http://schemas.openxmlformats.org/drawingml/2006/main">
              <a:ext uri="{FF2B5EF4-FFF2-40B4-BE49-F238E27FC236}">
                <a16:creationId xmlns:a16="http://schemas.microsoft.com/office/drawing/2014/main" id="{D5E52E8A-B93C-56BF-2240-2382F481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10512991" y="5757085"/>
            <a:ext cx="305817" cy="305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4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>
                <a:solidFill>
                  <a:srgbClr val="1E6482"/>
                </a:solidFill>
              </a:defRPr>
            </a:pPr>
          </a:p>
        </p:txBody>
      </p:sp>
      <p:sp>
        <p:nvSpPr>
          <p:cNvPr id="9" name="Square">
            <a:extLst xmlns:a="http://schemas.openxmlformats.org/drawingml/2006/main">
              <a:ext uri="{FF2B5EF4-FFF2-40B4-BE49-F238E27FC236}">
                <a16:creationId xmlns:a16="http://schemas.microsoft.com/office/drawing/2014/main" id="{2BE31DC7-B0B5-A549-6C6D-AC0F8F2C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10207953" y="5757085"/>
            <a:ext cx="305817" cy="305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4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>
                <a:solidFill>
                  <a:srgbClr val="1E6482"/>
                </a:solidFill>
              </a:defRPr>
            </a:pPr>
          </a:p>
        </p:txBody>
      </p:sp>
      <p:sp>
        <p:nvSpPr>
          <p:cNvPr id="10" name="Square">
            <a:extLst xmlns:a="http://schemas.openxmlformats.org/drawingml/2006/main">
              <a:ext uri="{FF2B5EF4-FFF2-40B4-BE49-F238E27FC236}">
                <a16:creationId xmlns:a16="http://schemas.microsoft.com/office/drawing/2014/main" id="{3FC1DBD6-3C06-05EA-CEA6-7F558571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10818030" y="6366685"/>
            <a:ext cx="305817" cy="305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4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>
                <a:solidFill>
                  <a:srgbClr val="1E6482"/>
                </a:solidFill>
              </a:defRPr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448DE15-FA09-858D-61AC-038FDF44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6897" y="6935263"/>
            <a:ext cx="0" cy="0"/>
          </a:xfrm>
          <a:prstGeom xmlns:a="http://schemas.openxmlformats.org/drawingml/2006/main" prst="rect">
            <a:avLst/>
          </a:prstGeom>
          <a:ln xmlns:a="http://schemas.openxmlformats.org/drawingml/2006/main" w="6350">
            <a:noFill/>
          </a:ln>
        </p:spPr>
        <p:txBody>
          <a:bodyPr xmlns:a="http://schemas.openxmlformats.org/drawingml/2006/main" vert="horz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</a:pPr>
          </a:p>
        </p:txBody>
      </p:sp>
    </p:spTree>
  </p:cSld>
  <p:hf hdr="0" ftr="0" dt="0"/>
</p:sldLayout>
</file>

<file path=ppt/slideLayouts/slideLayout71.xml><?xml version="1.0" encoding="utf-8"?>
<p:sldLayout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hf hdr="0" ftr="0" dt="0"/>
</p:sldLayout>
</file>

<file path=ppt/slideLayouts/slideLayout72.xml><?xml version="1.0" encoding="utf-8"?>
<p:sldLayout xmlns:p="http://schemas.openxmlformats.org/presentationml/2006/main" showMasterSp="0" preserve="1" userDrawn="1">
  <p:cSld name="1_Demo Video-teal-dark-mod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fd6439c51430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8CC0EE-3684-1C4F-014D-17BE8970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20" tIns="45720" rIns="45720" bIns="45720" anchor="t">
            <a:noAutofit/>
          </a:bodyPr>
          <a:lstStyle xmlns:a="http://schemas.openxmlformats.org/drawingml/2006/main"/>
          <a:p xmlns:a="http://schemas.openxmlformats.org/drawingml/2006/main">
            <a:pPr algn="l" defTabSz="457200">
              <a:buNone/>
            </a:pPr>
          </a:p>
        </p:txBody>
      </p:sp>
      <p:sp>
        <p:nvSpPr>
          <p:cNvPr id="10" name="Media Placeholder 6">
            <a:extLst xmlns:a="http://schemas.openxmlformats.org/drawingml/2006/main">
              <a:ext uri="{FF2B5EF4-FFF2-40B4-BE49-F238E27FC236}">
                <a16:creationId xmlns:a16="http://schemas.microsoft.com/office/drawing/2014/main" id="{6019A792-5A23-1319-A310-5ED831A62B6A}"/>
              </a:ext>
            </a:extLst>
          </p:cNvPr>
          <p:cNvSpPr>
            <a:spLocks xmlns:a="http://schemas.openxmlformats.org/drawingml/2006/main" noGrp="1"/>
          </p:cNvSpPr>
          <p:nvPr>
            <p:ph type="media" idx="31" hasCustomPrompt="1"/>
          </p:nvPr>
        </p:nvSpPr>
        <p:spPr>
          <a:xfrm xmlns:a="http://schemas.openxmlformats.org/drawingml/2006/main">
            <a:off x="4857225" y="1155429"/>
            <a:ext cx="7406774" cy="4175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video</a:t>
            </a:r>
          </a:p>
        </p:txBody>
      </p:sp>
      <p:sp>
        <p:nvSpPr>
          <p:cNvPr id="9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DF8A157-8F31-D763-8E6E-7703E56D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B03A4FC-F31E-B513-7C18-1FC5D21F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9" y="5847603"/>
            <a:ext cx="6095500" cy="1010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5"/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20" tIns="45720" rIns="45720" bIns="45720" anchor="t">
            <a:noAutofit/>
          </a:bodyPr>
          <a:lstStyle xmlns:a="http://schemas.openxmlformats.org/drawingml/2006/main"/>
          <a:p xmlns:a="http://schemas.openxmlformats.org/drawingml/2006/main">
            <a:pPr algn="l" defTabSz="457200">
              <a:buNone/>
            </a:pPr>
          </a:p>
        </p:txBody>
      </p:sp>
      <p:pic>
        <p:nvPicPr>
          <p:cNvPr id="2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86b64c3ee4b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2317" y="43252"/>
            <a:ext cx="10454823" cy="6400800"/>
          </a:xfrm>
          <a:prstGeom xmlns:a="http://schemas.openxmlformats.org/drawingml/2006/main" prst="rect">
            <a:avLst/>
          </a:prstGeom>
        </p:spPr>
      </p:pic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CE40553F-42E6-97FB-887D-FB994286933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1583771"/>
            <a:ext cx="4076699" cy="44572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 i="0">
                <a:solidFill>
                  <a:srgbClr val="18212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F808D8-DA5A-D620-4610-3E212B6200B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1" y="2029493"/>
            <a:ext cx="4076700" cy="33012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Clr>
                <a:schemeClr val="bg1"/>
              </a:buClr>
              <a:buNone/>
              <a:defRPr sz="1800">
                <a:solidFill>
                  <a:srgbClr val="182126"/>
                </a:solidFill>
              </a:defRPr>
            </a:lvl1pPr>
            <a:lvl2pPr>
              <a:buNone/>
              <a:defRPr>
                <a:solidFill>
                  <a:srgbClr val="182126"/>
                </a:solidFill>
              </a:defRPr>
            </a:lvl2pPr>
            <a:lvl3pPr>
              <a:buNone/>
              <a:defRPr>
                <a:solidFill>
                  <a:srgbClr val="182126"/>
                </a:solidFill>
              </a:defRPr>
            </a:lvl3pPr>
            <a:lvl4pPr>
              <a:buNone/>
              <a:defRPr>
                <a:solidFill>
                  <a:srgbClr val="182126"/>
                </a:solidFill>
              </a:defRPr>
            </a:lvl4pPr>
            <a:lvl5pPr>
              <a:buNone/>
              <a:defRPr>
                <a:solidFill>
                  <a:srgbClr val="182126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0">
              <a:buNone/>
            </a:pPr>
          </a:p>
        </p:txBody>
      </p:sp>
      <p:sp>
        <p:nvSpPr>
          <p:cNvPr id="1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955D126-9425-10B7-C1CF-F02568D7DE01}"/>
              </a:ext>
            </a:extLst>
          </p:cNvPr>
          <p:cNvSpPr>
            <a:spLocks xmlns:a="http://schemas.openxmlformats.org/drawingml/2006/main" noGrp="1"/>
          </p:cNvSpPr>
          <p:nvPr>
            <p:ph type="pic" idx="32"/>
          </p:nvPr>
        </p:nvSpPr>
        <p:spPr>
          <a:xfrm xmlns:a="http://schemas.openxmlformats.org/drawingml/2006/main">
            <a:off x="381000" y="433388"/>
            <a:ext cx="4076700" cy="7223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8F944BA-7B8D-8D77-0EE9-433B75B8155A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pic>
        <p:nvPicPr>
          <p:cNvPr id="2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54a77d6574bae">
            <a:extLst>
              <a:ext uri="{96DAC541-7B7A-43D3-8B79-37D633B846F1}">
                <asvg:svgBlip xmlns:asvg="http://schemas.microsoft.com/office/drawing/2016/SVG/main" r:embed="Rde4d2c7724eb427d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1" y="406351"/>
            <a:ext cx="834464" cy="27210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73.xml><?xml version="1.0" encoding="utf-8"?>
<p:sldLayout xmlns:p="http://schemas.openxmlformats.org/presentationml/2006/main" preserve="1" userDrawn="1">
  <p:cSld name="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F88AD5-E949-4AE1-8644-686DA8A505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4747" y="423382"/>
            <a:ext cx="10039075" cy="4532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/>
          <a:lstStyle xmlns:a="http://schemas.openxmlformats.org/drawingml/2006/main">
            <a:lvl1pPr>
              <a:buNone/>
              <a:defRPr sz="2399">
                <a:latin typeface="Source Sans Pro"/>
                <a:ea typeface="Source Sans Pro"/>
                <a:cs typeface="Source Sans Pro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pic>
        <p:nvPicPr>
          <p:cNvPr id="5" name="Graphic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2a0a063cd42e2">
            <a:extLst>
              <a:ext uri="{96DAC541-7B7A-43D3-8B79-37D633B846F1}">
                <asvg:svgBlip xmlns:asvg="http://schemas.microsoft.com/office/drawing/2016/SVG/main" r:embed="Ree719cf5b16e40af"/>
              </a:ext>
            </a:extLst>
          </a:blip>
          <a:srcRect xmlns:a="http://schemas.openxmlformats.org/drawingml/2006/main" l="0" t="0" r="0" b="32596"/>
          <a:stretch xmlns:a="http://schemas.openxmlformats.org/drawingml/2006/main"/>
        </p:blipFill>
        <p:spPr>
          <a:xfrm xmlns:a="http://schemas.openxmlformats.org/drawingml/2006/main">
            <a:off x="10836916" y="423383"/>
            <a:ext cx="877997" cy="295823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74.xml><?xml version="1.0" encoding="utf-8"?>
<p:sldLayout xmlns:p="http://schemas.openxmlformats.org/presentationml/2006/main" userDrawn="1">
  <p:cSld name="2_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4C30CE9-D26C-43F4-8C71-DDC8B8D2AE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79513" y="1322388"/>
            <a:ext cx="11432977" cy="4895532"/>
          </a:xfrm>
        </p:spPr>
        <p:txBody>
          <a:bodyPr xmlns:a="http://schemas.openxmlformats.org/drawingml/2006/main" tIns="0"/>
          <a:lstStyle xmlns:a="http://schemas.openxmlformats.org/drawingml/2006/main">
            <a:lvl1pPr>
              <a:buNone/>
              <a:defRPr sz="2000"/>
            </a:lvl1pPr>
            <a:lvl2pPr>
              <a:buClr>
                <a:schemeClr val="accent1"/>
              </a:buClr>
              <a:buNone/>
              <a:defRPr sz="2000" baseline="0"/>
            </a:lvl2pPr>
            <a:lvl3pPr>
              <a:buClr>
                <a:schemeClr val="accent1"/>
              </a:buClr>
              <a:buNone/>
              <a:defRPr sz="2000"/>
            </a:lvl3pPr>
            <a:lvl4pPr>
              <a:buClr>
                <a:schemeClr val="accent1"/>
              </a:buClr>
              <a:buNone/>
              <a:defRPr sz="2000"/>
            </a:lvl4pPr>
            <a:lvl5pPr>
              <a:buClr>
                <a:schemeClr val="accent1"/>
              </a:buClr>
              <a:buNone/>
              <a:defRPr sz="2000"/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FDA7E3-68DA-4728-93BB-9346E0541E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  <p:hf hdr="0" ftr="0" dt="0"/>
</p:sldLayout>
</file>

<file path=ppt/slideLayouts/slideLayout75.xml><?xml version="1.0" encoding="utf-8"?>
<p:sldLayout xmlns:p="http://schemas.openxmlformats.org/presentationml/2006/main" showMasterSp="0" userDrawn="1">
  <p:cSld name="1_2 Column Content">
    <p:bg>
      <p:bgPr>
        <a:solidFill xmlns:a="http://schemas.openxmlformats.org/drawingml/2006/main">
          <a:srgbClr val="F6F6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8" name="Square">
            <a:extLst xmlns:a="http://schemas.openxmlformats.org/drawingml/2006/main">
              <a:ext uri="{FF2B5EF4-FFF2-40B4-BE49-F238E27FC236}">
                <a16:creationId xmlns:a16="http://schemas.microsoft.com/office/drawing/2014/main" id="{41B0910B-AB95-46D6-9DA1-2ED5E620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453" y="1710718"/>
            <a:ext cx="1722649" cy="1720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39" tIns="91439" rIns="91439" bIns="9143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2">
                    <a:lumOff val="11509"/>
                  </a:schemeClr>
                </a:solidFill>
              </a:defRPr>
            </a:pPr>
          </a:p>
        </p:txBody>
      </p:sp>
      <p:sp>
        <p:nvSpPr>
          <p:cNvPr id="399" name="Square">
            <a:extLst xmlns:a="http://schemas.openxmlformats.org/drawingml/2006/main">
              <a:ext uri="{FF2B5EF4-FFF2-40B4-BE49-F238E27FC236}">
                <a16:creationId xmlns:a16="http://schemas.microsoft.com/office/drawing/2014/main" id="{34FD2451-C09D-4C94-91B3-E00C7C9D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1307" y="1710718"/>
            <a:ext cx="1722649" cy="1720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39" tIns="91439" rIns="91439" bIns="9143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2">
                    <a:lumOff val="11509"/>
                  </a:schemeClr>
                </a:solidFill>
              </a:defRPr>
            </a:pPr>
          </a:p>
        </p:txBody>
      </p:sp>
      <p:sp>
        <p:nvSpPr>
          <p:cNvPr id="400" name="Square">
            <a:extLst xmlns:a="http://schemas.openxmlformats.org/drawingml/2006/main">
              <a:ext uri="{FF2B5EF4-FFF2-40B4-BE49-F238E27FC236}">
                <a16:creationId xmlns:a16="http://schemas.microsoft.com/office/drawing/2014/main" id="{9D481FF2-53EA-45BC-BECD-8EECBDDC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3319" y="1710718"/>
            <a:ext cx="1722649" cy="1720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39" tIns="91439" rIns="91439" bIns="9143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2">
                    <a:lumOff val="11509"/>
                  </a:schemeClr>
                </a:solidFill>
              </a:defRPr>
            </a:pPr>
          </a:p>
        </p:txBody>
      </p:sp>
      <p:sp>
        <p:nvSpPr>
          <p:cNvPr id="401" name="Square">
            <a:extLst xmlns:a="http://schemas.openxmlformats.org/drawingml/2006/main">
              <a:ext uri="{FF2B5EF4-FFF2-40B4-BE49-F238E27FC236}">
                <a16:creationId xmlns:a16="http://schemas.microsoft.com/office/drawing/2014/main" id="{837A5E73-6B81-4BB0-99E4-CDBEE92D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5330" y="1710718"/>
            <a:ext cx="1722649" cy="1720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39" tIns="91439" rIns="91439" bIns="9143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2">
                    <a:lumOff val="11509"/>
                  </a:schemeClr>
                </a:solidFill>
              </a:defRPr>
            </a:pPr>
          </a:p>
        </p:txBody>
      </p:sp>
      <p:sp>
        <p:nvSpPr>
          <p:cNvPr id="402" name="Square">
            <a:extLst xmlns:a="http://schemas.openxmlformats.org/drawingml/2006/main">
              <a:ext uri="{FF2B5EF4-FFF2-40B4-BE49-F238E27FC236}">
                <a16:creationId xmlns:a16="http://schemas.microsoft.com/office/drawing/2014/main" id="{2F5683FB-D34D-4901-9B97-39D798AF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7834" y="-1"/>
            <a:ext cx="1722650" cy="1720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39" tIns="91439" rIns="91439" bIns="9143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2">
                    <a:lumOff val="11509"/>
                  </a:schemeClr>
                </a:solidFill>
              </a:defRPr>
            </a:pPr>
          </a:p>
        </p:txBody>
      </p:sp>
      <p:sp>
        <p:nvSpPr>
          <p:cNvPr id="403" name="Square">
            <a:extLst xmlns:a="http://schemas.openxmlformats.org/drawingml/2006/main">
              <a:ext uri="{FF2B5EF4-FFF2-40B4-BE49-F238E27FC236}">
                <a16:creationId xmlns:a16="http://schemas.microsoft.com/office/drawing/2014/main" id="{EAE7E2D1-73A2-4210-B536-64D08175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7834" y="3415713"/>
            <a:ext cx="1722650" cy="1720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39" tIns="91439" rIns="91439" bIns="9143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2">
                    <a:lumOff val="11509"/>
                  </a:schemeClr>
                </a:solidFill>
              </a:defRPr>
            </a:pPr>
          </a:p>
        </p:txBody>
      </p:sp>
      <p:sp>
        <p:nvSpPr>
          <p:cNvPr id="404" name="Square">
            <a:extLst xmlns:a="http://schemas.openxmlformats.org/drawingml/2006/main">
              <a:ext uri="{FF2B5EF4-FFF2-40B4-BE49-F238E27FC236}">
                <a16:creationId xmlns:a16="http://schemas.microsoft.com/office/drawing/2014/main" id="{30BD3C66-1885-4EFB-B2D5-457C804C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69351" y="3415713"/>
            <a:ext cx="1722650" cy="1720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39" tIns="91439" rIns="91439" bIns="9143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2">
                    <a:lumOff val="11509"/>
                  </a:schemeClr>
                </a:solidFill>
              </a:defRPr>
            </a:pPr>
          </a:p>
        </p:txBody>
      </p:sp>
      <p:sp>
        <p:nvSpPr>
          <p:cNvPr id="405" name="Square">
            <a:extLst xmlns:a="http://schemas.openxmlformats.org/drawingml/2006/main">
              <a:ext uri="{FF2B5EF4-FFF2-40B4-BE49-F238E27FC236}">
                <a16:creationId xmlns:a16="http://schemas.microsoft.com/office/drawing/2014/main" id="{DE046141-79B0-4CC7-8281-DCB95FD9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7834" y="5137145"/>
            <a:ext cx="1722650" cy="1720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91439" tIns="91439" rIns="91439" bIns="9143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2">
                    <a:lumOff val="11509"/>
                  </a:schemeClr>
                </a:solidFill>
              </a:defRPr>
            </a:pPr>
          </a:p>
        </p:txBody>
      </p:sp>
      <p:sp>
        <p:nvSpPr>
          <p:cNvPr id="408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72DF332-C402-469B-8DDB-D6ED7E13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" y="6812281"/>
            <a:ext cx="1220153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Off val="-18823"/>
            </a:schemeClr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rgbClr val="FFFFFF"/>
                </a:solidFill>
              </a:defRPr>
            </a:pPr>
          </a:p>
        </p:txBody>
      </p:sp>
      <p:pic>
        <p:nvPicPr>
          <p:cNvPr id="41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b2a6c487e4b66"/>
          <a:stretch xmlns:a="http://schemas.openxmlformats.org/drawingml/2006/main"/>
        </p:blipFill>
        <p:spPr>
          <a:xfrm xmlns:a="http://schemas.openxmlformats.org/drawingml/2006/main">
            <a:off x="10909330" y="362419"/>
            <a:ext cx="834467" cy="416535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76.xml><?xml version="1.0" encoding="utf-8"?>
<p:sldLayout xmlns:p="http://schemas.openxmlformats.org/presentationml/2006/main" userDrawn="1">
  <p:cSld name="Blank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hf hdr="0" ftr="0" dt="0"/>
</p:sldLayout>
</file>

<file path=ppt/slideLayouts/slideLayout77.xml><?xml version="1.0" encoding="utf-8"?>
<p:sldLayout xmlns:p="http://schemas.openxmlformats.org/presentationml/2006/main" showMasterSp="0" userDrawn="1">
  <p:cSld name="Full Screeen Video-dark-mo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edia Placeholder 6">
            <a:extLst xmlns:a="http://schemas.openxmlformats.org/drawingml/2006/main">
              <a:ext uri="{FF2B5EF4-FFF2-40B4-BE49-F238E27FC236}">
                <a16:creationId xmlns:a16="http://schemas.microsoft.com/office/drawing/2014/main" id="{D4C87C79-4B41-EB43-DBFD-BB5B54198860}"/>
              </a:ext>
            </a:extLst>
          </p:cNvPr>
          <p:cNvSpPr>
            <a:spLocks xmlns:a="http://schemas.openxmlformats.org/drawingml/2006/main" noGrp="1"/>
          </p:cNvSpPr>
          <p:nvPr>
            <p:ph type="media" idx="30" hasCustomPrompt="1"/>
          </p:nvPr>
        </p:nvSpPr>
        <p:spPr>
          <a:xfrm xmlns:a="http://schemas.openxmlformats.org/drawingml/2006/main">
            <a:off x="0" y="0"/>
            <a:ext cx="12192000" cy="6872898"/>
          </a:xfrm>
        </p:spPr>
        <p:txBody>
          <a:bodyPr xmlns:a="http://schemas.openxmlformats.org/drawingml/2006/main"/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None/>
              <a:defRPr/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None/>
            </a:pPr>
            <a:r>
              <a:t>Full screen video. Click icon to insert media.</a:t>
            </a:r>
          </a:p>
        </p:txBody>
      </p:sp>
    </p:spTree>
  </p:cSld>
  <p:hf hdr="0" ftr="0" dt="0"/>
</p:sldLayout>
</file>

<file path=ppt/slideLayouts/slideLayout78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608B74-2498-44DE-AE17-99F42F0F4B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89ADEE6-3FA9-4D3D-BC4C-9D77DFE1D4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3CAFB5-27A8-46F4-ADDD-84AAAA400F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As of: 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1D553C7-294E-4534-89BF-AD014E2B9490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47256DB1-98A0-4C5B-B461-C003FBFE3B06}" type="slidenum">
              <a:t>‹#›</a:t>
            </a:fld>
          </a:p>
        </p:txBody>
      </p:sp>
    </p:spTree>
  </p:cSld>
  <p:hf hdr="0" ftr="0" dt="0"/>
</p:sldLayout>
</file>

<file path=ppt/slideLayouts/slideLayout79.xml><?xml version="1.0" encoding="utf-8"?>
<p:sldLayout xmlns:p="http://schemas.openxmlformats.org/presentationml/2006/main" userDrawn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FD6920A-CA0A-440A-B89B-D0A900738D66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79513" y="1322391"/>
            <a:ext cx="11433646" cy="310791"/>
          </a:xfrm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 marL="365650" indent="-365650">
              <a:buClr>
                <a:schemeClr val="tx1"/>
              </a:buClr>
              <a:buFont typeface="+mj-lt"/>
              <a:buAutoNum type="arabicPeriod"/>
              <a:defRPr b="0"/>
            </a:lvl1pPr>
            <a:lvl2pPr marL="342797" indent="-342797">
              <a:buFont typeface="+mj-lt"/>
              <a:buAutoNum type="arabicPeriod"/>
              <a:defRPr/>
            </a:lvl2pPr>
            <a:lvl3pPr marL="517370" indent="-342797">
              <a:buFont typeface="+mj-lt"/>
              <a:buAutoNum type="arabicPeriod"/>
              <a:defRPr/>
            </a:lvl3pPr>
            <a:lvl4pPr marL="682420" indent="-342797">
              <a:buFont typeface="+mj-lt"/>
              <a:buAutoNum type="arabicPeriod"/>
              <a:defRPr/>
            </a:lvl4pPr>
            <a:lvl5pPr marL="855406" indent="-342797">
              <a:buFont typeface="+mj-lt"/>
              <a:buAutoNum type="arabicPeriod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3194017-35DB-4FBE-DC8B-21AEA1D5ED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80.xml><?xml version="1.0" encoding="utf-8"?>
<p:sldLayout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D8B4A3-11BF-4ECF-A7DF-745B1519DF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6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0BD5F22-1C2C-4D5F-9754-410842628B6A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60376" y="1440000"/>
            <a:ext cx="9009385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ts val="2199"/>
              </a:lnSpc>
              <a:spcBef>
                <a:spcPts val="0"/>
              </a:spcBef>
              <a:buNone/>
              <a:defRPr sz="2199" b="1" spc="-40" baseline="0">
                <a:solidFill>
                  <a:schemeClr val="bg1"/>
                </a:solidFill>
              </a:defRPr>
            </a:lvl1pPr>
            <a:lvl2pPr marL="0" indent="-104369">
              <a:lnSpc>
                <a:spcPts val="1600"/>
              </a:lnSpc>
              <a:spcBef>
                <a:spcPts val="1000"/>
              </a:spcBef>
              <a:buNone/>
              <a:defRPr sz="1200" b="0" spc="-40" baseline="0">
                <a:solidFill>
                  <a:srgbClr val="172325"/>
                </a:solidFill>
              </a:defRPr>
            </a:lvl2pPr>
            <a:lvl3pPr marL="273518" indent="-104369">
              <a:lnSpc>
                <a:spcPts val="1600"/>
              </a:lnSpc>
              <a:spcBef>
                <a:spcPts val="1000"/>
              </a:spcBef>
              <a:buFont typeface="Arial"/>
              <a:buChar char="•"/>
              <a:defRPr sz="1200" spc="-40" baseline="0">
                <a:solidFill>
                  <a:schemeClr val="bg1"/>
                </a:solidFill>
              </a:defRPr>
            </a:lvl3pPr>
            <a:lvl4pPr marL="339045" indent="0">
              <a:buClr>
                <a:srgbClr val="FFFFFF"/>
              </a:buClr>
              <a:buFont typeface="System Font Regular"/>
              <a:buNone/>
              <a:defRPr>
                <a:solidFill>
                  <a:srgbClr val="172325"/>
                </a:solidFill>
              </a:defRPr>
            </a:lvl4pPr>
            <a:lvl5pPr marL="512983" indent="0">
              <a:buNone/>
              <a:defRPr>
                <a:solidFill>
                  <a:srgbClr val="172325"/>
                </a:solidFill>
              </a:defRPr>
            </a:lvl5pPr>
            <a:lvl6pPr marL="730581">
              <a:buNone/>
              <a:defRPr>
                <a:solidFill>
                  <a:srgbClr val="FFFFFF"/>
                </a:solidFill>
              </a:defRPr>
            </a:lvl6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DE64EAC-1BD3-4AFA-A3DF-31A62EBFB9EE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60376" y="1799999"/>
            <a:ext cx="9009385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Clr>
                <a:schemeClr val="bg1"/>
              </a:buClr>
              <a:buSzPct val="100000"/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SzPct val="100000"/>
              <a:buNone/>
              <a:defRPr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SzPct val="100000"/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SzPct val="100000"/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SzPct val="100000"/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DA17DB85-2B72-07BB-DFA2-4E659F71DBD2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B0DE4D2-70DE-45FA-A969-CDCBDE100905}" type="slidenum">
              <a:t>‹#›</a:t>
            </a:fld>
          </a:p>
        </p:txBody>
      </p:sp>
    </p:spTree>
  </p:cSld>
</p:sldLayout>
</file>

<file path=ppt/slideLayouts/slideLayout81.xml><?xml version="1.0" encoding="utf-8"?>
<p:sldLayout xmlns:p="http://schemas.openxmlformats.org/presentationml/2006/main" showMasterSp="0" preserve="1">
  <p:cSld name="Title Slide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0376C9-2356-22A6-5441-84E77464B55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41470" y="2835689"/>
            <a:ext cx="8829198" cy="154510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6000" spc="-15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4FD67D-7BA3-C2D7-4395-16F69E74CF6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41470" y="4574120"/>
            <a:ext cx="8829198" cy="9144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2000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text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100f4170940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32003" y="507429"/>
            <a:ext cx="1497676" cy="748058"/>
          </a:xfrm>
          <a:prstGeom xmlns:a="http://schemas.openxmlformats.org/drawingml/2006/main" prst="rect">
            <a:avLst/>
          </a:prstGeom>
        </p:spPr>
      </p:pic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AC9DB8C-7C81-2D3D-8CC6-184CFE174A5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41349" y="5981700"/>
            <a:ext cx="5400000" cy="34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8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pic>
        <p:nvPicPr>
          <p:cNvPr id="23" name="Graphic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7eedcbfd34147">
            <a:extLst>
              <a:ext uri="{96DAC541-7B7A-43D3-8B79-37D633B846F1}">
                <asvg:svgBlip xmlns:asvg="http://schemas.microsoft.com/office/drawing/2016/SVG/main" r:embed="Rb92b8d703365409c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02" y="190499"/>
            <a:ext cx="1817992" cy="1217406"/>
          </a:xfrm>
          <a:prstGeom xmlns:a="http://schemas.openxmlformats.org/drawingml/2006/main" prst="rect">
            <a:avLst/>
          </a:prstGeom>
        </p:spPr>
      </p:pic>
      <p:pic>
        <p:nvPicPr>
          <p:cNvPr id="24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1b9805e85487e">
            <a:extLst>
              <a:ext uri="{96DAC541-7B7A-43D3-8B79-37D633B846F1}">
                <asvg:svgBlip xmlns:asvg="http://schemas.microsoft.com/office/drawing/2016/SVG/main" r:embed="R4b7a580d28424369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08304" y="5450094"/>
            <a:ext cx="1817992" cy="1217405"/>
          </a:xfrm>
          <a:prstGeom xmlns:a="http://schemas.openxmlformats.org/drawingml/2006/main" prst="rect">
            <a:avLst/>
          </a:prstGeom>
        </p:spPr>
      </p:pic>
      <p:sp>
        <p:nvSpPr>
          <p:cNvPr id="10" name="Rectangle">
            <a:extLst xmlns:a="http://schemas.openxmlformats.org/drawingml/2006/main">
              <a:ext uri="{FF2B5EF4-FFF2-40B4-BE49-F238E27FC236}">
                <a16:creationId xmlns:a16="http://schemas.microsoft.com/office/drawing/2014/main" id="{6A767FB4-BDE1-7C2F-DD81-6D0DF373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</p:spTree>
  </p:cSld>
  <p:hf hdr="0" ftr="0" dt="0"/>
</p:sldLayout>
</file>

<file path=ppt/slideLayouts/slideLayout82.xml><?xml version="1.0" encoding="utf-8"?>
<p:sldLayout xmlns:p="http://schemas.openxmlformats.org/presentationml/2006/main" showMasterSp="0" preserve="1" userDrawn="1">
  <p:cSld name="One Speaker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5e4d5b95c4e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900000">
            <a:off x="757583" y="-4034883"/>
            <a:ext cx="7624897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C306C4-9D9A-0CEC-CCAF-2A2D5F1B089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414134"/>
            <a:ext cx="5003800" cy="1014866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>
              <a:buNone/>
              <a:defRPr sz="8000" b="1" i="0" spc="-15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B989B780-4E34-2459-5DD7-243F25DBCF5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6096000" y="836676"/>
            <a:ext cx="5184648" cy="5184648"/>
          </a:xfrm>
          <a:custGeom xmlns:a="http://schemas.openxmlformats.org/drawingml/2006/main">
            <a:gdLst>
              <a:gd name="connsiteX0" fmla="*/ 451104 w 5184648"/>
              <a:gd name="connsiteY0" fmla="*/ 0 h 5184648"/>
              <a:gd name="connsiteX1" fmla="*/ 5184648 w 5184648"/>
              <a:gd name="connsiteY1" fmla="*/ 0 h 5184648"/>
              <a:gd name="connsiteX2" fmla="*/ 5184648 w 5184648"/>
              <a:gd name="connsiteY2" fmla="*/ 4282313 h 5184648"/>
              <a:gd name="connsiteX3" fmla="*/ 4733544 w 5184648"/>
              <a:gd name="connsiteY3" fmla="*/ 4282313 h 5184648"/>
              <a:gd name="connsiteX4" fmla="*/ 4733544 w 5184648"/>
              <a:gd name="connsiteY4" fmla="*/ 4733417 h 5184648"/>
              <a:gd name="connsiteX5" fmla="*/ 5184648 w 5184648"/>
              <a:gd name="connsiteY5" fmla="*/ 4733417 h 5184648"/>
              <a:gd name="connsiteX6" fmla="*/ 5184648 w 5184648"/>
              <a:gd name="connsiteY6" fmla="*/ 5184648 h 5184648"/>
              <a:gd name="connsiteX7" fmla="*/ 4733544 w 5184648"/>
              <a:gd name="connsiteY7" fmla="*/ 5184648 h 5184648"/>
              <a:gd name="connsiteX8" fmla="*/ 4733544 w 5184648"/>
              <a:gd name="connsiteY8" fmla="*/ 4733544 h 5184648"/>
              <a:gd name="connsiteX9" fmla="*/ 4282440 w 5184648"/>
              <a:gd name="connsiteY9" fmla="*/ 4733544 h 5184648"/>
              <a:gd name="connsiteX10" fmla="*/ 4282440 w 5184648"/>
              <a:gd name="connsiteY10" fmla="*/ 5184648 h 5184648"/>
              <a:gd name="connsiteX11" fmla="*/ 0 w 5184648"/>
              <a:gd name="connsiteY11" fmla="*/ 5184648 h 5184648"/>
              <a:gd name="connsiteX12" fmla="*/ 0 w 5184648"/>
              <a:gd name="connsiteY12" fmla="*/ 451104 h 5184648"/>
              <a:gd name="connsiteX13" fmla="*/ 451104 w 5184648"/>
              <a:gd name="connsiteY13" fmla="*/ 451104 h 5184648"/>
            </a:gdLst>
            <a:rect l="l" t="t" r="r" b="b"/>
            <a:pathLst>
              <a:path w="5184648" h="5184648">
                <a:moveTo>
                  <a:pt x="451104" y="0"/>
                </a:moveTo>
                <a:lnTo>
                  <a:pt x="5184648" y="0"/>
                </a:lnTo>
                <a:lnTo>
                  <a:pt x="5184648" y="4282313"/>
                </a:lnTo>
                <a:lnTo>
                  <a:pt x="4733544" y="4282313"/>
                </a:lnTo>
                <a:lnTo>
                  <a:pt x="4733544" y="4733417"/>
                </a:lnTo>
                <a:lnTo>
                  <a:pt x="5184648" y="4733417"/>
                </a:lnTo>
                <a:lnTo>
                  <a:pt x="5184648" y="5184648"/>
                </a:lnTo>
                <a:lnTo>
                  <a:pt x="4733544" y="5184648"/>
                </a:lnTo>
                <a:lnTo>
                  <a:pt x="4733544" y="4733544"/>
                </a:lnTo>
                <a:lnTo>
                  <a:pt x="4282440" y="4733544"/>
                </a:lnTo>
                <a:lnTo>
                  <a:pt x="4282440" y="5184648"/>
                </a:lnTo>
                <a:lnTo>
                  <a:pt x="0" y="5184648"/>
                </a:lnTo>
                <a:lnTo>
                  <a:pt x="0" y="451104"/>
                </a:lnTo>
                <a:lnTo>
                  <a:pt x="451104" y="451104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pic>
        <p:nvPicPr>
          <p:cNvPr id="2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db8f7290245dd">
            <a:extLst>
              <a:ext uri="{96DAC541-7B7A-43D3-8B79-37D633B846F1}">
                <asvg:svgBlip xmlns:asvg="http://schemas.microsoft.com/office/drawing/2016/SVG/main" r:embed="R74436149ca024ef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5614417"/>
            <a:ext cx="1403542" cy="701040"/>
          </a:xfrm>
          <a:prstGeom xmlns:a="http://schemas.openxmlformats.org/drawingml/2006/main" prst="rect">
            <a:avLst/>
          </a:prstGeom>
        </p:spPr>
      </p:pic>
      <p:pic>
        <p:nvPicPr>
          <p:cNvPr id="2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44a21d240494c">
            <a:extLst>
              <a:ext uri="{96DAC541-7B7A-43D3-8B79-37D633B846F1}">
                <asvg:svgBlip xmlns:asvg="http://schemas.microsoft.com/office/drawing/2016/SVG/main" r:embed="R49bfbc79c8bc4ace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0331" y="5614417"/>
            <a:ext cx="1402080" cy="701040"/>
          </a:xfrm>
          <a:prstGeom xmlns:a="http://schemas.openxmlformats.org/drawingml/2006/main" prst="rect">
            <a:avLst/>
          </a:prstGeom>
        </p:spPr>
      </p:pic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4EEDFA70-EAAE-836F-FE6C-677FFDA21DF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09600" y="3601185"/>
            <a:ext cx="5003800" cy="43033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3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66CB046-3633-4438-7782-8401F06780C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09600" y="4063089"/>
            <a:ext cx="5003800" cy="29392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0D16E47-90CC-2509-17DD-FE3ABFD1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83.xml><?xml version="1.0" encoding="utf-8"?>
<p:sldLayout xmlns:p="http://schemas.openxmlformats.org/presentationml/2006/main" showMasterSp="0" preserve="1" userDrawn="1">
  <p:cSld name="Two Speakers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bc763c76c4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900000">
            <a:off x="757584" y="-4034883"/>
            <a:ext cx="7624897" cy="6858000"/>
          </a:xfrm>
          <a:prstGeom xmlns:a="http://schemas.openxmlformats.org/drawingml/2006/main" prst="rect">
            <a:avLst/>
          </a:prstGeom>
        </p:spPr>
      </p:pic>
      <p:sp>
        <p:nvSpPr>
          <p:cNvPr id="30" name="Picture Placeholder 29">
            <a:extLst xmlns:a="http://schemas.openxmlformats.org/drawingml/2006/main">
              <a:ext uri="{FF2B5EF4-FFF2-40B4-BE49-F238E27FC236}">
                <a16:creationId xmlns:a16="http://schemas.microsoft.com/office/drawing/2014/main" id="{498DD797-078E-56E4-FAAA-D080D22746AC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7717537" y="0"/>
            <a:ext cx="4471416" cy="3429000"/>
          </a:xfrm>
          <a:custGeom xmlns:a="http://schemas.openxmlformats.org/drawingml/2006/main">
            <a:gdLst>
              <a:gd name="connsiteX0" fmla="*/ 596681 w 4471416"/>
              <a:gd name="connsiteY0" fmla="*/ 298207 h 3429000"/>
              <a:gd name="connsiteX1" fmla="*/ 596681 w 4471416"/>
              <a:gd name="connsiteY1" fmla="*/ 598210 h 3429000"/>
              <a:gd name="connsiteX2" fmla="*/ 896684 w 4471416"/>
              <a:gd name="connsiteY2" fmla="*/ 598210 h 3429000"/>
              <a:gd name="connsiteX3" fmla="*/ 896684 w 4471416"/>
              <a:gd name="connsiteY3" fmla="*/ 298207 h 3429000"/>
              <a:gd name="connsiteX4" fmla="*/ 600007 w 4471416"/>
              <a:gd name="connsiteY4" fmla="*/ 0 h 3429000"/>
              <a:gd name="connsiteX5" fmla="*/ 4471416 w 4471416"/>
              <a:gd name="connsiteY5" fmla="*/ 0 h 3429000"/>
              <a:gd name="connsiteX6" fmla="*/ 4471416 w 4471416"/>
              <a:gd name="connsiteY6" fmla="*/ 3429000 h 3429000"/>
              <a:gd name="connsiteX7" fmla="*/ 4461762 w 4471416"/>
              <a:gd name="connsiteY7" fmla="*/ 3429000 h 3429000"/>
              <a:gd name="connsiteX8" fmla="*/ 4461762 w 4471416"/>
              <a:gd name="connsiteY8" fmla="*/ 3146539 h 3429000"/>
              <a:gd name="connsiteX9" fmla="*/ 3866920 w 4471416"/>
              <a:gd name="connsiteY9" fmla="*/ 3146539 h 3429000"/>
              <a:gd name="connsiteX10" fmla="*/ 3866920 w 4471416"/>
              <a:gd name="connsiteY10" fmla="*/ 2845980 h 3429000"/>
              <a:gd name="connsiteX11" fmla="*/ 4166923 w 4471416"/>
              <a:gd name="connsiteY11" fmla="*/ 2845980 h 3429000"/>
              <a:gd name="connsiteX12" fmla="*/ 4166923 w 4471416"/>
              <a:gd name="connsiteY12" fmla="*/ 2545977 h 3429000"/>
              <a:gd name="connsiteX13" fmla="*/ 3866920 w 4471416"/>
              <a:gd name="connsiteY13" fmla="*/ 2545977 h 3429000"/>
              <a:gd name="connsiteX14" fmla="*/ 3866920 w 4471416"/>
              <a:gd name="connsiteY14" fmla="*/ 2844646 h 3429000"/>
              <a:gd name="connsiteX15" fmla="*/ 3598648 w 4471416"/>
              <a:gd name="connsiteY15" fmla="*/ 2844646 h 3429000"/>
              <a:gd name="connsiteX16" fmla="*/ 3598648 w 4471416"/>
              <a:gd name="connsiteY16" fmla="*/ 2545977 h 3429000"/>
              <a:gd name="connsiteX17" fmla="*/ 0 w 4471416"/>
              <a:gd name="connsiteY17" fmla="*/ 2545977 h 3429000"/>
              <a:gd name="connsiteX18" fmla="*/ 0 w 4471416"/>
              <a:gd name="connsiteY18" fmla="*/ 296412 h 3429000"/>
              <a:gd name="connsiteX19" fmla="*/ 600007 w 4471416"/>
              <a:gd name="connsiteY19" fmla="*/ 296412 h 3429000"/>
            </a:gdLst>
            <a:rect l="l" t="t" r="r" b="b"/>
            <a:pathLst>
              <a:path w="4471416" h="3429000">
                <a:moveTo>
                  <a:pt x="596681" y="298207"/>
                </a:moveTo>
                <a:lnTo>
                  <a:pt x="596681" y="598210"/>
                </a:lnTo>
                <a:lnTo>
                  <a:pt x="896684" y="598210"/>
                </a:lnTo>
                <a:lnTo>
                  <a:pt x="896684" y="298207"/>
                </a:lnTo>
                <a:close/>
                <a:moveTo>
                  <a:pt x="600007" y="0"/>
                </a:moveTo>
                <a:lnTo>
                  <a:pt x="4471416" y="0"/>
                </a:lnTo>
                <a:lnTo>
                  <a:pt x="4471416" y="3429000"/>
                </a:lnTo>
                <a:lnTo>
                  <a:pt x="4461762" y="3429000"/>
                </a:lnTo>
                <a:lnTo>
                  <a:pt x="4461762" y="3146539"/>
                </a:lnTo>
                <a:lnTo>
                  <a:pt x="3866920" y="3146539"/>
                </a:lnTo>
                <a:lnTo>
                  <a:pt x="3866920" y="2845980"/>
                </a:lnTo>
                <a:lnTo>
                  <a:pt x="4166923" y="2845980"/>
                </a:lnTo>
                <a:lnTo>
                  <a:pt x="4166923" y="2545977"/>
                </a:lnTo>
                <a:lnTo>
                  <a:pt x="3866920" y="2545977"/>
                </a:lnTo>
                <a:lnTo>
                  <a:pt x="3866920" y="2844646"/>
                </a:lnTo>
                <a:lnTo>
                  <a:pt x="3598648" y="2844646"/>
                </a:lnTo>
                <a:lnTo>
                  <a:pt x="3598648" y="2545977"/>
                </a:lnTo>
                <a:lnTo>
                  <a:pt x="0" y="2545977"/>
                </a:lnTo>
                <a:lnTo>
                  <a:pt x="0" y="296412"/>
                </a:lnTo>
                <a:lnTo>
                  <a:pt x="600007" y="296412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4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607DB825-7559-54E7-CAEC-C04E31E7F0AB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717537" y="3429000"/>
            <a:ext cx="4471416" cy="3160398"/>
          </a:xfrm>
          <a:custGeom xmlns:a="http://schemas.openxmlformats.org/drawingml/2006/main">
            <a:gdLst>
              <a:gd name="connsiteX0" fmla="*/ 596681 w 4471416"/>
              <a:gd name="connsiteY0" fmla="*/ 312066 h 3160398"/>
              <a:gd name="connsiteX1" fmla="*/ 596681 w 4471416"/>
              <a:gd name="connsiteY1" fmla="*/ 612069 h 3160398"/>
              <a:gd name="connsiteX2" fmla="*/ 896684 w 4471416"/>
              <a:gd name="connsiteY2" fmla="*/ 612069 h 3160398"/>
              <a:gd name="connsiteX3" fmla="*/ 896684 w 4471416"/>
              <a:gd name="connsiteY3" fmla="*/ 312066 h 3160398"/>
              <a:gd name="connsiteX4" fmla="*/ 597787 w 4471416"/>
              <a:gd name="connsiteY4" fmla="*/ 0 h 3160398"/>
              <a:gd name="connsiteX5" fmla="*/ 4471416 w 4471416"/>
              <a:gd name="connsiteY5" fmla="*/ 0 h 3160398"/>
              <a:gd name="connsiteX6" fmla="*/ 4471416 w 4471416"/>
              <a:gd name="connsiteY6" fmla="*/ 3160398 h 3160398"/>
              <a:gd name="connsiteX7" fmla="*/ 3890161 w 4471416"/>
              <a:gd name="connsiteY7" fmla="*/ 3160398 h 3160398"/>
              <a:gd name="connsiteX8" fmla="*/ 3890161 w 4471416"/>
              <a:gd name="connsiteY8" fmla="*/ 2859839 h 3160398"/>
              <a:gd name="connsiteX9" fmla="*/ 4190164 w 4471416"/>
              <a:gd name="connsiteY9" fmla="*/ 2859839 h 3160398"/>
              <a:gd name="connsiteX10" fmla="*/ 4190164 w 4471416"/>
              <a:gd name="connsiteY10" fmla="*/ 2559836 h 3160398"/>
              <a:gd name="connsiteX11" fmla="*/ 3890161 w 4471416"/>
              <a:gd name="connsiteY11" fmla="*/ 2559836 h 3160398"/>
              <a:gd name="connsiteX12" fmla="*/ 3890161 w 4471416"/>
              <a:gd name="connsiteY12" fmla="*/ 2858505 h 3160398"/>
              <a:gd name="connsiteX13" fmla="*/ 3598648 w 4471416"/>
              <a:gd name="connsiteY13" fmla="*/ 2858505 h 3160398"/>
              <a:gd name="connsiteX14" fmla="*/ 3598648 w 4471416"/>
              <a:gd name="connsiteY14" fmla="*/ 2558438 h 3160398"/>
              <a:gd name="connsiteX15" fmla="*/ 0 w 4471416"/>
              <a:gd name="connsiteY15" fmla="*/ 2558438 h 3160398"/>
              <a:gd name="connsiteX16" fmla="*/ 0 w 4471416"/>
              <a:gd name="connsiteY16" fmla="*/ 310271 h 3160398"/>
              <a:gd name="connsiteX17" fmla="*/ 600007 w 4471416"/>
              <a:gd name="connsiteY17" fmla="*/ 310271 h 3160398"/>
              <a:gd name="connsiteX18" fmla="*/ 600007 w 4471416"/>
              <a:gd name="connsiteY18" fmla="*/ 13859 h 3160398"/>
              <a:gd name="connsiteX19" fmla="*/ 597787 w 4471416"/>
              <a:gd name="connsiteY19" fmla="*/ 13859 h 3160398"/>
            </a:gdLst>
            <a:rect l="l" t="t" r="r" b="b"/>
            <a:pathLst>
              <a:path w="4471416" h="3160398">
                <a:moveTo>
                  <a:pt x="596681" y="312066"/>
                </a:moveTo>
                <a:lnTo>
                  <a:pt x="596681" y="612069"/>
                </a:lnTo>
                <a:lnTo>
                  <a:pt x="896684" y="612069"/>
                </a:lnTo>
                <a:lnTo>
                  <a:pt x="896684" y="312066"/>
                </a:lnTo>
                <a:close/>
                <a:moveTo>
                  <a:pt x="597787" y="0"/>
                </a:moveTo>
                <a:lnTo>
                  <a:pt x="4471416" y="0"/>
                </a:lnTo>
                <a:lnTo>
                  <a:pt x="4471416" y="3160398"/>
                </a:lnTo>
                <a:lnTo>
                  <a:pt x="3890161" y="3160398"/>
                </a:lnTo>
                <a:lnTo>
                  <a:pt x="3890161" y="2859839"/>
                </a:lnTo>
                <a:lnTo>
                  <a:pt x="4190164" y="2859839"/>
                </a:lnTo>
                <a:lnTo>
                  <a:pt x="4190164" y="2559836"/>
                </a:lnTo>
                <a:lnTo>
                  <a:pt x="3890161" y="2559836"/>
                </a:lnTo>
                <a:lnTo>
                  <a:pt x="3890161" y="2858505"/>
                </a:lnTo>
                <a:lnTo>
                  <a:pt x="3598648" y="2858505"/>
                </a:lnTo>
                <a:lnTo>
                  <a:pt x="3598648" y="2558438"/>
                </a:lnTo>
                <a:lnTo>
                  <a:pt x="0" y="2558438"/>
                </a:lnTo>
                <a:lnTo>
                  <a:pt x="0" y="310271"/>
                </a:lnTo>
                <a:lnTo>
                  <a:pt x="600007" y="310271"/>
                </a:lnTo>
                <a:lnTo>
                  <a:pt x="600007" y="13859"/>
                </a:lnTo>
                <a:lnTo>
                  <a:pt x="597787" y="13859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A747CD2-977A-C2B6-435C-39268A8098F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717537" y="2659717"/>
            <a:ext cx="3483863" cy="35564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11B188B-0B3A-3512-4453-59389A5C951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717537" y="3033584"/>
            <a:ext cx="3483863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771B411-20B0-D167-A8BA-702B7F1C030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7717537" y="6088717"/>
            <a:ext cx="3483863" cy="35564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E4E45B5-2B3B-EFFB-75C0-9B5491F50FF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7717537" y="6462584"/>
            <a:ext cx="3483863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43161F1-95BB-0C3A-2FE5-F311F9F3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A9DD9072-F37A-FF8E-7B96-042813868F9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647606"/>
            <a:ext cx="5003800" cy="1014866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>
              <a:buNone/>
              <a:defRPr sz="8000" b="1" i="0" spc="-15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pic>
        <p:nvPicPr>
          <p:cNvPr id="4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67c2daacc470f">
            <a:extLst>
              <a:ext uri="{96DAC541-7B7A-43D3-8B79-37D633B846F1}">
                <asvg:svgBlip xmlns:asvg="http://schemas.microsoft.com/office/drawing/2016/SVG/main" r:embed="Re07d401923974c30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0331" y="5614417"/>
            <a:ext cx="1402080" cy="701040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84.xml><?xml version="1.0" encoding="utf-8"?>
<p:sldLayout xmlns:p="http://schemas.openxmlformats.org/presentationml/2006/main" preserve="1" userDrawn="1">
  <p:cSld name="Team Photos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d61cd31174b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3521310">
            <a:off x="-3432608" y="2974973"/>
            <a:ext cx="7624897" cy="6858000"/>
          </a:xfrm>
          <a:prstGeom xmlns:a="http://schemas.openxmlformats.org/drawingml/2006/main" prst="rect">
            <a:avLst/>
          </a:prstGeom>
        </p:spPr>
      </p:pic>
      <p:pic>
        <p:nvPicPr>
          <p:cNvPr id="7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d61cd31174b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406644">
            <a:off x="8379552" y="3360955"/>
            <a:ext cx="7624897" cy="6858000"/>
          </a:xfrm>
          <a:prstGeom xmlns:a="http://schemas.openxmlformats.org/drawingml/2006/main" prst="rect">
            <a:avLst/>
          </a:prstGeom>
        </p:spPr>
      </p:pic>
      <p:sp>
        <p:nvSpPr>
          <p:cNvPr id="56" name="Picture Placeholder 55">
            <a:extLst xmlns:a="http://schemas.openxmlformats.org/drawingml/2006/main">
              <a:ext uri="{FF2B5EF4-FFF2-40B4-BE49-F238E27FC236}">
                <a16:creationId xmlns:a16="http://schemas.microsoft.com/office/drawing/2014/main" id="{9366387F-1731-5BA1-F6CF-FD4513AE2B02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2967228" y="1711220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7103 w 1618488"/>
              <a:gd name="connsiteY5" fmla="*/ 1618488 h 1618488"/>
              <a:gd name="connsiteX6" fmla="*/ 297103 w 1618488"/>
              <a:gd name="connsiteY6" fmla="*/ 1471283 h 1618488"/>
              <a:gd name="connsiteX7" fmla="*/ 149898 w 1618488"/>
              <a:gd name="connsiteY7" fmla="*/ 1471283 h 1618488"/>
              <a:gd name="connsiteX8" fmla="*/ 149898 w 1618488"/>
              <a:gd name="connsiteY8" fmla="*/ 1618488 h 1618488"/>
              <a:gd name="connsiteX9" fmla="*/ 0 w 1618488"/>
              <a:gd name="connsiteY9" fmla="*/ 1618488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7103" y="1618488"/>
                </a:lnTo>
                <a:lnTo>
                  <a:pt x="297103" y="1471283"/>
                </a:lnTo>
                <a:lnTo>
                  <a:pt x="149898" y="1471283"/>
                </a:lnTo>
                <a:lnTo>
                  <a:pt x="149898" y="1618488"/>
                </a:lnTo>
                <a:lnTo>
                  <a:pt x="0" y="1618488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58" name="Picture Placeholder 57">
            <a:extLst xmlns:a="http://schemas.openxmlformats.org/drawingml/2006/main">
              <a:ext uri="{FF2B5EF4-FFF2-40B4-BE49-F238E27FC236}">
                <a16:creationId xmlns:a16="http://schemas.microsoft.com/office/drawing/2014/main" id="{97D46CF3-7CCF-1E60-1BB1-4C02697C18C5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286756" y="1711220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618488 h 1618488"/>
              <a:gd name="connsiteX3" fmla="*/ 1464830 w 1618488"/>
              <a:gd name="connsiteY3" fmla="*/ 1618488 h 1618488"/>
              <a:gd name="connsiteX4" fmla="*/ 1464830 w 1618488"/>
              <a:gd name="connsiteY4" fmla="*/ 1471283 h 1618488"/>
              <a:gd name="connsiteX5" fmla="*/ 1317625 w 1618488"/>
              <a:gd name="connsiteY5" fmla="*/ 1471283 h 1618488"/>
              <a:gd name="connsiteX6" fmla="*/ 1317625 w 1618488"/>
              <a:gd name="connsiteY6" fmla="*/ 1618488 h 1618488"/>
              <a:gd name="connsiteX7" fmla="*/ 0 w 1618488"/>
              <a:gd name="connsiteY7" fmla="*/ 1618488 h 1618488"/>
              <a:gd name="connsiteX8" fmla="*/ 0 w 1618488"/>
              <a:gd name="connsiteY8" fmla="*/ 147205 h 1618488"/>
              <a:gd name="connsiteX9" fmla="*/ 147205 w 1618488"/>
              <a:gd name="connsiteY9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618488"/>
                </a:lnTo>
                <a:lnTo>
                  <a:pt x="1464830" y="1618488"/>
                </a:lnTo>
                <a:lnTo>
                  <a:pt x="1464830" y="1471283"/>
                </a:lnTo>
                <a:lnTo>
                  <a:pt x="1317625" y="1471283"/>
                </a:lnTo>
                <a:lnTo>
                  <a:pt x="1317625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3" name="Picture Placeholder 62">
            <a:extLst xmlns:a="http://schemas.openxmlformats.org/drawingml/2006/main">
              <a:ext uri="{FF2B5EF4-FFF2-40B4-BE49-F238E27FC236}">
                <a16:creationId xmlns:a16="http://schemas.microsoft.com/office/drawing/2014/main" id="{BE7CB4A2-4B09-FE21-8A60-0E6D7C5A3670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1844686" y="4262909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6" name="Picture Placeholder 65">
            <a:extLst xmlns:a="http://schemas.openxmlformats.org/drawingml/2006/main">
              <a:ext uri="{FF2B5EF4-FFF2-40B4-BE49-F238E27FC236}">
                <a16:creationId xmlns:a16="http://schemas.microsoft.com/office/drawing/2014/main" id="{3F68F1D3-A542-689C-5BA2-B3F65EED79FC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4221965" y="4262909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2283 w 1618488"/>
              <a:gd name="connsiteY5" fmla="*/ 1618488 h 1618488"/>
              <a:gd name="connsiteX6" fmla="*/ 292283 w 1618488"/>
              <a:gd name="connsiteY6" fmla="*/ 1471283 h 1618488"/>
              <a:gd name="connsiteX7" fmla="*/ 145078 w 1618488"/>
              <a:gd name="connsiteY7" fmla="*/ 1471283 h 1618488"/>
              <a:gd name="connsiteX8" fmla="*/ 145078 w 1618488"/>
              <a:gd name="connsiteY8" fmla="*/ 1618488 h 1618488"/>
              <a:gd name="connsiteX9" fmla="*/ 0 w 1618488"/>
              <a:gd name="connsiteY9" fmla="*/ 1618488 h 1618488"/>
              <a:gd name="connsiteX10" fmla="*/ 0 w 1618488"/>
              <a:gd name="connsiteY10" fmla="*/ 1469158 h 1618488"/>
              <a:gd name="connsiteX11" fmla="*/ 147204 w 1618488"/>
              <a:gd name="connsiteY11" fmla="*/ 1469158 h 1618488"/>
              <a:gd name="connsiteX12" fmla="*/ 147204 w 1618488"/>
              <a:gd name="connsiteY12" fmla="*/ 1321953 h 1618488"/>
              <a:gd name="connsiteX13" fmla="*/ 0 w 1618488"/>
              <a:gd name="connsiteY13" fmla="*/ 1321953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2283" y="1618488"/>
                </a:lnTo>
                <a:lnTo>
                  <a:pt x="292283" y="1471283"/>
                </a:lnTo>
                <a:lnTo>
                  <a:pt x="145078" y="1471283"/>
                </a:lnTo>
                <a:lnTo>
                  <a:pt x="145078" y="1618488"/>
                </a:lnTo>
                <a:lnTo>
                  <a:pt x="0" y="1618488"/>
                </a:lnTo>
                <a:lnTo>
                  <a:pt x="0" y="1469158"/>
                </a:lnTo>
                <a:lnTo>
                  <a:pt x="147204" y="1469158"/>
                </a:lnTo>
                <a:lnTo>
                  <a:pt x="147204" y="1321953"/>
                </a:lnTo>
                <a:lnTo>
                  <a:pt x="0" y="1321953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8EFA35-6731-4F3D-E745-9BD2051525B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59" name="Picture Placeholder 58">
            <a:extLst xmlns:a="http://schemas.openxmlformats.org/drawingml/2006/main">
              <a:ext uri="{FF2B5EF4-FFF2-40B4-BE49-F238E27FC236}">
                <a16:creationId xmlns:a16="http://schemas.microsoft.com/office/drawing/2014/main" id="{3D75D933-0AEC-8E20-2208-13BCA8958D9B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9925812" y="1711220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618488 h 1618488"/>
              <a:gd name="connsiteX3" fmla="*/ 1464830 w 1618488"/>
              <a:gd name="connsiteY3" fmla="*/ 1618488 h 1618488"/>
              <a:gd name="connsiteX4" fmla="*/ 1464830 w 1618488"/>
              <a:gd name="connsiteY4" fmla="*/ 1471283 h 1618488"/>
              <a:gd name="connsiteX5" fmla="*/ 1317625 w 1618488"/>
              <a:gd name="connsiteY5" fmla="*/ 1471283 h 1618488"/>
              <a:gd name="connsiteX6" fmla="*/ 1317625 w 1618488"/>
              <a:gd name="connsiteY6" fmla="*/ 1618488 h 1618488"/>
              <a:gd name="connsiteX7" fmla="*/ 0 w 1618488"/>
              <a:gd name="connsiteY7" fmla="*/ 1618488 h 1618488"/>
              <a:gd name="connsiteX8" fmla="*/ 0 w 1618488"/>
              <a:gd name="connsiteY8" fmla="*/ 147205 h 1618488"/>
              <a:gd name="connsiteX9" fmla="*/ 147205 w 1618488"/>
              <a:gd name="connsiteY9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618488"/>
                </a:lnTo>
                <a:lnTo>
                  <a:pt x="1464830" y="1618488"/>
                </a:lnTo>
                <a:lnTo>
                  <a:pt x="1464830" y="1471283"/>
                </a:lnTo>
                <a:lnTo>
                  <a:pt x="1317625" y="1471283"/>
                </a:lnTo>
                <a:lnTo>
                  <a:pt x="1317625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0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718365BF-5CD4-428D-A6FC-D404D6BFC997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7606284" y="1711220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7103 w 1618488"/>
              <a:gd name="connsiteY5" fmla="*/ 1618488 h 1618488"/>
              <a:gd name="connsiteX6" fmla="*/ 297103 w 1618488"/>
              <a:gd name="connsiteY6" fmla="*/ 1471283 h 1618488"/>
              <a:gd name="connsiteX7" fmla="*/ 149898 w 1618488"/>
              <a:gd name="connsiteY7" fmla="*/ 1471283 h 1618488"/>
              <a:gd name="connsiteX8" fmla="*/ 149898 w 1618488"/>
              <a:gd name="connsiteY8" fmla="*/ 1618488 h 1618488"/>
              <a:gd name="connsiteX9" fmla="*/ 0 w 1618488"/>
              <a:gd name="connsiteY9" fmla="*/ 1618488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7103" y="1618488"/>
                </a:lnTo>
                <a:lnTo>
                  <a:pt x="297103" y="1471283"/>
                </a:lnTo>
                <a:lnTo>
                  <a:pt x="149898" y="1471283"/>
                </a:lnTo>
                <a:lnTo>
                  <a:pt x="149898" y="1618488"/>
                </a:lnTo>
                <a:lnTo>
                  <a:pt x="0" y="1618488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7" name="Picture Placeholder 66">
            <a:extLst xmlns:a="http://schemas.openxmlformats.org/drawingml/2006/main">
              <a:ext uri="{FF2B5EF4-FFF2-40B4-BE49-F238E27FC236}">
                <a16:creationId xmlns:a16="http://schemas.microsoft.com/office/drawing/2014/main" id="{09C72878-2822-C899-7703-95FAB01A6CEF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6599244" y="4262909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8" name="Picture Placeholder 67">
            <a:extLst xmlns:a="http://schemas.openxmlformats.org/drawingml/2006/main">
              <a:ext uri="{FF2B5EF4-FFF2-40B4-BE49-F238E27FC236}">
                <a16:creationId xmlns:a16="http://schemas.microsoft.com/office/drawing/2014/main" id="{71E38E86-F889-49A1-C955-DDE68167FCCD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8976523" y="4262909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2283 w 1618488"/>
              <a:gd name="connsiteY5" fmla="*/ 1618488 h 1618488"/>
              <a:gd name="connsiteX6" fmla="*/ 292283 w 1618488"/>
              <a:gd name="connsiteY6" fmla="*/ 1471283 h 1618488"/>
              <a:gd name="connsiteX7" fmla="*/ 145078 w 1618488"/>
              <a:gd name="connsiteY7" fmla="*/ 1471283 h 1618488"/>
              <a:gd name="connsiteX8" fmla="*/ 145078 w 1618488"/>
              <a:gd name="connsiteY8" fmla="*/ 1618488 h 1618488"/>
              <a:gd name="connsiteX9" fmla="*/ 0 w 1618488"/>
              <a:gd name="connsiteY9" fmla="*/ 1618488 h 1618488"/>
              <a:gd name="connsiteX10" fmla="*/ 0 w 1618488"/>
              <a:gd name="connsiteY10" fmla="*/ 1469158 h 1618488"/>
              <a:gd name="connsiteX11" fmla="*/ 147204 w 1618488"/>
              <a:gd name="connsiteY11" fmla="*/ 1469158 h 1618488"/>
              <a:gd name="connsiteX12" fmla="*/ 147204 w 1618488"/>
              <a:gd name="connsiteY12" fmla="*/ 1321953 h 1618488"/>
              <a:gd name="connsiteX13" fmla="*/ 0 w 1618488"/>
              <a:gd name="connsiteY13" fmla="*/ 1321953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2283" y="1618488"/>
                </a:lnTo>
                <a:lnTo>
                  <a:pt x="292283" y="1471283"/>
                </a:lnTo>
                <a:lnTo>
                  <a:pt x="145078" y="1471283"/>
                </a:lnTo>
                <a:lnTo>
                  <a:pt x="145078" y="1618488"/>
                </a:lnTo>
                <a:lnTo>
                  <a:pt x="0" y="1618488"/>
                </a:lnTo>
                <a:lnTo>
                  <a:pt x="0" y="1469158"/>
                </a:lnTo>
                <a:lnTo>
                  <a:pt x="147204" y="1469158"/>
                </a:lnTo>
                <a:lnTo>
                  <a:pt x="147204" y="1321953"/>
                </a:lnTo>
                <a:lnTo>
                  <a:pt x="0" y="1321953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5EC73FF-8AD8-D46B-84CB-0EAFA4918846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379841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0C2D8E7-B31D-B5AA-B910-64CA8E0925AB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79841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4" name="Picture Placeholder 53">
            <a:extLst xmlns:a="http://schemas.openxmlformats.org/drawingml/2006/main">
              <a:ext uri="{FF2B5EF4-FFF2-40B4-BE49-F238E27FC236}">
                <a16:creationId xmlns:a16="http://schemas.microsoft.com/office/drawing/2014/main" id="{9EE3DC73-2512-62FB-DCDC-68F87A9FC23B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647700" y="1711220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618488 h 1618488"/>
              <a:gd name="connsiteX3" fmla="*/ 1464830 w 1618488"/>
              <a:gd name="connsiteY3" fmla="*/ 1618488 h 1618488"/>
              <a:gd name="connsiteX4" fmla="*/ 1464830 w 1618488"/>
              <a:gd name="connsiteY4" fmla="*/ 1471283 h 1618488"/>
              <a:gd name="connsiteX5" fmla="*/ 1317625 w 1618488"/>
              <a:gd name="connsiteY5" fmla="*/ 1471283 h 1618488"/>
              <a:gd name="connsiteX6" fmla="*/ 1317625 w 1618488"/>
              <a:gd name="connsiteY6" fmla="*/ 1618488 h 1618488"/>
              <a:gd name="connsiteX7" fmla="*/ 0 w 1618488"/>
              <a:gd name="connsiteY7" fmla="*/ 1618488 h 1618488"/>
              <a:gd name="connsiteX8" fmla="*/ 0 w 1618488"/>
              <a:gd name="connsiteY8" fmla="*/ 147205 h 1618488"/>
              <a:gd name="connsiteX9" fmla="*/ 147205 w 1618488"/>
              <a:gd name="connsiteY9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618488"/>
                </a:lnTo>
                <a:lnTo>
                  <a:pt x="1464830" y="1618488"/>
                </a:lnTo>
                <a:lnTo>
                  <a:pt x="1464830" y="1471283"/>
                </a:lnTo>
                <a:lnTo>
                  <a:pt x="1317625" y="1471283"/>
                </a:lnTo>
                <a:lnTo>
                  <a:pt x="1317625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2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06E42B6-AC96-0E0E-8962-E97D097F30B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2697014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6194EF8-3B58-2EB7-181D-84EB7E0CA2E7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2697014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FFA2455-68DA-ECF9-8D1C-D1D7DBF366DD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5116815" y="3406837"/>
            <a:ext cx="1958371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4650455-C5A1-D3F2-EE90-EDB060E072AF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5116815" y="3665641"/>
            <a:ext cx="1958371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3BD9D4D-9C7A-E105-B788-6EB78222D487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7336069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1FA9447-797C-707A-BEDF-FD2B6D35B241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7336069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7DDA1868-329D-373A-0A54-58FB5D4BFE03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9653242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A55E832-0430-C4DA-2EDB-24091F435F2E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9653242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4705317-90A6-3A1B-9E29-F484C2A4189E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577796" y="596300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6395E6A-D5BD-CCDD-0CD0-616D25F26409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577796" y="622180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385FD8A1-08CA-2923-86C1-9D4517BC40CD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3957314" y="597201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BE2340E-295C-D716-98CC-F201EA2F833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3957314" y="623081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453088C-DB9E-7188-4674-B7339CB82861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6325980" y="596300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468F382-2017-6A90-5E91-53DB2DAB4B24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6325980" y="622180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F729790-8694-10B1-9832-49108753177B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8705960" y="596300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20FE1FE-1D9C-59DB-385B-64C4C1FA6ADB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8705960" y="622180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1914B1CE-417F-3835-FA98-0CA251A0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85.xml><?xml version="1.0" encoding="utf-8"?>
<p:sldLayout xmlns:p="http://schemas.openxmlformats.org/presentationml/2006/main" showMasterSp="0" preserve="1" userDrawn="1">
  <p:cSld name="2_Title-Blocks + Photo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935041864448d">
            <a:extLst>
              <a:ext uri="{96DAC541-7B7A-43D3-8B79-37D633B846F1}">
                <asvg:svgBlip xmlns:asvg="http://schemas.microsoft.com/office/drawing/2016/SVG/main" r:embed="R98207c20b5c246f9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0331" y="614201"/>
            <a:ext cx="1402080" cy="701040"/>
          </a:xfrm>
          <a:prstGeom xmlns:a="http://schemas.openxmlformats.org/drawingml/2006/main" prst="rect">
            <a:avLst/>
          </a:prstGeom>
        </p:spPr>
      </p:pic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4B4AED13-CDCA-35B1-2C9E-097B1E2C393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169848" y="0"/>
            <a:ext cx="7022152" cy="6858000"/>
          </a:xfrm>
          <a:custGeom xmlns:a="http://schemas.openxmlformats.org/drawingml/2006/main">
            <a:gdLst>
              <a:gd name="connsiteX0" fmla="*/ 0 w 7022152"/>
              <a:gd name="connsiteY0" fmla="*/ 1720850 h 6858000"/>
              <a:gd name="connsiteX1" fmla="*/ 855133 w 7022152"/>
              <a:gd name="connsiteY1" fmla="*/ 1720850 h 6858000"/>
              <a:gd name="connsiteX2" fmla="*/ 855133 w 7022152"/>
              <a:gd name="connsiteY2" fmla="*/ 2578100 h 6858000"/>
              <a:gd name="connsiteX3" fmla="*/ 0 w 7022152"/>
              <a:gd name="connsiteY3" fmla="*/ 2578100 h 6858000"/>
              <a:gd name="connsiteX4" fmla="*/ 2565400 w 7022152"/>
              <a:gd name="connsiteY4" fmla="*/ 0 h 6858000"/>
              <a:gd name="connsiteX5" fmla="*/ 7022152 w 7022152"/>
              <a:gd name="connsiteY5" fmla="*/ 0 h 6858000"/>
              <a:gd name="connsiteX6" fmla="*/ 7022152 w 7022152"/>
              <a:gd name="connsiteY6" fmla="*/ 6858000 h 6858000"/>
              <a:gd name="connsiteX7" fmla="*/ 1710267 w 7022152"/>
              <a:gd name="connsiteY7" fmla="*/ 6858000 h 6858000"/>
              <a:gd name="connsiteX8" fmla="*/ 1710267 w 7022152"/>
              <a:gd name="connsiteY8" fmla="*/ 3435350 h 6858000"/>
              <a:gd name="connsiteX9" fmla="*/ 855133 w 7022152"/>
              <a:gd name="connsiteY9" fmla="*/ 3435350 h 6858000"/>
              <a:gd name="connsiteX10" fmla="*/ 855133 w 7022152"/>
              <a:gd name="connsiteY10" fmla="*/ 2578100 h 6858000"/>
              <a:gd name="connsiteX11" fmla="*/ 1710267 w 7022152"/>
              <a:gd name="connsiteY11" fmla="*/ 2578100 h 6858000"/>
              <a:gd name="connsiteX12" fmla="*/ 1710267 w 7022152"/>
              <a:gd name="connsiteY12" fmla="*/ 857250 h 6858000"/>
              <a:gd name="connsiteX13" fmla="*/ 2565400 w 7022152"/>
              <a:gd name="connsiteY13" fmla="*/ 857250 h 6858000"/>
            </a:gdLst>
            <a:rect l="l" t="t" r="r" b="b"/>
            <a:pathLst>
              <a:path w="7022152" h="6858000">
                <a:moveTo>
                  <a:pt x="0" y="1720850"/>
                </a:moveTo>
                <a:lnTo>
                  <a:pt x="855133" y="1720850"/>
                </a:lnTo>
                <a:lnTo>
                  <a:pt x="855133" y="2578100"/>
                </a:lnTo>
                <a:lnTo>
                  <a:pt x="0" y="2578100"/>
                </a:lnTo>
                <a:close/>
                <a:moveTo>
                  <a:pt x="2565400" y="0"/>
                </a:moveTo>
                <a:lnTo>
                  <a:pt x="7022152" y="0"/>
                </a:lnTo>
                <a:lnTo>
                  <a:pt x="7022152" y="6858000"/>
                </a:lnTo>
                <a:lnTo>
                  <a:pt x="1710267" y="6858000"/>
                </a:lnTo>
                <a:lnTo>
                  <a:pt x="1710267" y="3435350"/>
                </a:lnTo>
                <a:lnTo>
                  <a:pt x="855133" y="3435350"/>
                </a:lnTo>
                <a:lnTo>
                  <a:pt x="855133" y="2578100"/>
                </a:lnTo>
                <a:lnTo>
                  <a:pt x="1710267" y="2578100"/>
                </a:lnTo>
                <a:lnTo>
                  <a:pt x="1710267" y="857250"/>
                </a:lnTo>
                <a:lnTo>
                  <a:pt x="2565400" y="8572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algn="r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  <a:p xmlns:a="http://schemas.openxmlformats.org/drawingml/2006/main">
            <a:r>
              <a:t>Click to add picture, then send to back</a:t>
            </a:r>
          </a:p>
        </p:txBody>
      </p:sp>
      <p:sp>
        <p:nvSpPr>
          <p:cNvPr id="2" name="Rectangle">
            <a:extLst xmlns:a="http://schemas.openxmlformats.org/drawingml/2006/main">
              <a:ext uri="{FF2B5EF4-FFF2-40B4-BE49-F238E27FC236}">
                <a16:creationId xmlns:a16="http://schemas.microsoft.com/office/drawing/2014/main" id="{F50185D1-C33F-ABCD-523E-528059B2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E9E46F8B-4BE4-7711-0B9C-9A66F2EDAE3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10331" y="2597215"/>
            <a:ext cx="5485669" cy="154510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algn="l">
              <a:buNone/>
              <a:defRPr sz="6000" spc="-15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7841A637-05DC-316A-97D9-588FEB39D79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10331" y="4285794"/>
            <a:ext cx="5485669" cy="29392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8" name="Presentation subtitle goes here.">
            <a:extLst xmlns:a="http://schemas.openxmlformats.org/drawingml/2006/main">
              <a:ext uri="{FF2B5EF4-FFF2-40B4-BE49-F238E27FC236}">
                <a16:creationId xmlns:a16="http://schemas.microsoft.com/office/drawing/2014/main" id="{BAF05DF1-2884-9347-633A-CEB2E02CD73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10331" y="5850764"/>
            <a:ext cx="5510631" cy="630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ts val="1000"/>
              </a:lnSpc>
              <a:spcBef>
                <a:spcPts val="0"/>
              </a:spcBef>
              <a:buNone/>
              <a:tabLst>
                <a:tab pos="2222500" algn="l"/>
              </a:tabLst>
              <a:defRPr sz="1000" spc="-25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Presentation subtitle goes here.</a:t>
            </a:r>
          </a:p>
        </p:txBody>
      </p:sp>
    </p:spTree>
  </p:cSld>
  <p:hf hdr="0" ftr="0" dt="0"/>
</p:sldLayout>
</file>

<file path=ppt/slideLayouts/slideLayout86.xml><?xml version="1.0" encoding="utf-8"?>
<p:sldLayout xmlns:p="http://schemas.openxmlformats.org/presentationml/2006/main" preserve="1" userDrawn="1">
  <p:cSld name="Agenda-Five Topics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52a4ae4e44a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948971">
            <a:off x="7509267" y="-336040"/>
            <a:ext cx="7624897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F88AD5-E949-4AE1-8644-686DA8A505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520CDC1-6B09-D5D5-2CF2-E87A08C913E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81099" y="132238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825A02C-3FA0-0624-DE53-C67CC230DCB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81099" y="2348800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0D1A9AB-E45B-72D5-E442-2E623291A75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81099" y="3375212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FFD6734-A0C3-BE10-5DD0-416382B3D04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99" y="4401624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FE891857-BFD1-0511-117F-6C5B0254477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575210" y="1322388"/>
            <a:ext cx="5416552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agenda or list item; ## at left is editable.</a:t>
            </a:r>
          </a:p>
        </p:txBody>
      </p:sp>
      <p:sp>
        <p:nvSpPr>
          <p:cNvPr id="12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63A409E0-38D8-CF6D-EAD0-5A31FA837A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575210" y="2348800"/>
            <a:ext cx="5416552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3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7E398C9E-702E-C7FF-4DC7-0F3BB252BC1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575210" y="3375212"/>
            <a:ext cx="5416552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4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2E24ADF5-99FC-2682-D908-735C92327D28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575210" y="5428038"/>
            <a:ext cx="5416552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7ED5867F-C3D5-3F42-E4EF-3E02F4E2E05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81099" y="542803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4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4BB7BC48-C500-2C01-33F8-9168C5E7F928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575210" y="4401624"/>
            <a:ext cx="5416552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EF6FF38-D6C0-7D76-B48B-E1DFFDC5270C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15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34B958B-522D-00C3-0226-BC0E85B8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87.xml><?xml version="1.0" encoding="utf-8"?>
<p:sldLayout xmlns:p="http://schemas.openxmlformats.org/presentationml/2006/main" preserve="1" userDrawn="1">
  <p:cSld name="Agenda-Ten Topics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ec969fb5749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2943788" y="-4509200"/>
            <a:ext cx="7624897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F88AD5-E949-4AE1-8644-686DA8A505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520CDC1-6B09-D5D5-2CF2-E87A08C913E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81099" y="132238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825A02C-3FA0-0624-DE53-C67CC230DCB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81099" y="2348800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0D1A9AB-E45B-72D5-E442-2E623291A75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81099" y="3375212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FFD6734-A0C3-BE10-5DD0-416382B3D04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99" y="4401624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FE891857-BFD1-0511-117F-6C5B0254477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575210" y="1322388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agenda or list item; ## at left is editable.</a:t>
            </a:r>
          </a:p>
        </p:txBody>
      </p:sp>
      <p:sp>
        <p:nvSpPr>
          <p:cNvPr id="12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63A409E0-38D8-CF6D-EAD0-5A31FA837A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575210" y="2348800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3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7E398C9E-702E-C7FF-4DC7-0F3BB252BC1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575210" y="3375212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4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2E24ADF5-99FC-2682-D908-735C92327D28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575210" y="5428038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7ED5867F-C3D5-3F42-E4EF-3E02F4E2E05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81099" y="542803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4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4BB7BC48-C500-2C01-33F8-9168C5E7F928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575210" y="4401624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3786B00-3544-5C3A-F913-77BEA5354C8B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386483" y="132238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3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49CF4EB-C719-6BBC-210E-FC4181B1D6A9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386483" y="2348800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3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00AF3BB-A50C-E8E7-05B3-567C5552DBF6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6386483" y="3375212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3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303A804-7733-D272-C36E-C08586FF65AB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6386483" y="4401624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37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3B0D31D7-9231-8F2D-DC0C-309EC6852E68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7580594" y="1322388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8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743F4806-F853-D743-6E31-A85F86E7F5B0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7580594" y="2348800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9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1064F175-90F5-DD52-6F97-1EBCF6808C4D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7580594" y="3375212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40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E8518DCC-95A3-C5A9-DC0F-651267311958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7580594" y="5428038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4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A43D721-A2F4-7827-E514-26B05F9B45C5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6386483" y="542803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42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C5A3108E-259D-2A27-34D2-6A1EA6B1B8E1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7580594" y="4401624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98E8538-CC55-5C19-7A53-3BBBA7501FF2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88.xml><?xml version="1.0" encoding="utf-8"?>
<p:sldLayout xmlns:p="http://schemas.openxmlformats.org/presentationml/2006/main" preserve="1" userDrawn="1">
  <p:cSld name="Agenda/Topic slide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DFAE0E-AD2A-DE43-D325-50AD9027E66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978F29F-2A5F-D709-A046-DAFCF617678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00" y="2908060"/>
            <a:ext cx="2523744" cy="310215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Add text here; number above is editable.  Use number format 01, 02, etc.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AFCC4D41-5ABD-BFFF-1214-BC8B7867088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349752" y="2908060"/>
            <a:ext cx="2523744" cy="310215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6359C36-DD63-0BAE-4FFE-8DC4243A42F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318504" y="2908060"/>
            <a:ext cx="2523744" cy="310215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3244C3F-EB26-094B-BF32-315C079BBA2B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287255" y="2908060"/>
            <a:ext cx="2523744" cy="310215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D20E8D51-D2EE-930A-4C37-4AAF259C59DB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81000" y="1543250"/>
            <a:ext cx="2523745" cy="1327843"/>
          </a:xfrm>
        </p:spPr>
        <p:txBody>
          <a:bodyPr xmlns:a="http://schemas.openxmlformats.org/drawingml/2006/main" wrap="square" lIns="0" anchor="b">
            <a:noAutofit/>
          </a:bodyPr>
          <a:lstStyle xmlns:a="http://schemas.openxmlformats.org/drawingml/2006/main">
            <a:lvl1pPr marL="0" indent="0">
              <a:buNone/>
              <a:defRPr sz="8600" b="1" i="0" spc="-1000" baseline="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r>
              <a:t>##</a:t>
            </a:r>
          </a:p>
        </p:txBody>
      </p:sp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B7C53936-8680-708D-3DFB-A9D44CF46EFF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349752" y="1543250"/>
            <a:ext cx="2523745" cy="1327843"/>
          </a:xfrm>
        </p:spPr>
        <p:txBody>
          <a:bodyPr xmlns:a="http://schemas.openxmlformats.org/drawingml/2006/main" wrap="square" lIns="0" anchor="b">
            <a:noAutofit/>
          </a:bodyPr>
          <a:lstStyle xmlns:a="http://schemas.openxmlformats.org/drawingml/2006/main">
            <a:lvl1pPr marL="0" indent="0">
              <a:buNone/>
              <a:defRPr sz="8600" b="1" i="0" spc="-1000" baseline="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8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C7F86B1-9D3F-7041-5C0C-861686B41BB1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319289" y="1543250"/>
            <a:ext cx="2523745" cy="1327843"/>
          </a:xfrm>
        </p:spPr>
        <p:txBody>
          <a:bodyPr xmlns:a="http://schemas.openxmlformats.org/drawingml/2006/main" wrap="square" lIns="0" anchor="b">
            <a:noAutofit/>
          </a:bodyPr>
          <a:lstStyle xmlns:a="http://schemas.openxmlformats.org/drawingml/2006/main">
            <a:lvl1pPr marL="0" indent="0">
              <a:buNone/>
              <a:defRPr sz="8600" b="1" i="0" spc="-1000" baseline="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11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05BFE26-F03E-A400-1A61-EBB99F202572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9288826" y="1543250"/>
            <a:ext cx="2523745" cy="1327843"/>
          </a:xfrm>
        </p:spPr>
        <p:txBody>
          <a:bodyPr xmlns:a="http://schemas.openxmlformats.org/drawingml/2006/main" wrap="square" lIns="0" anchor="b">
            <a:noAutofit/>
          </a:bodyPr>
          <a:lstStyle xmlns:a="http://schemas.openxmlformats.org/drawingml/2006/main">
            <a:lvl1pPr marL="0" indent="0">
              <a:buNone/>
              <a:defRPr sz="8600" b="1" i="0" spc="-1000" baseline="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3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000AFE1-7DA1-C75A-7727-71F01F790BFF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pic>
        <p:nvPicPr>
          <p:cNvPr id="32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045c13ff44f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-4422648" y="3087240"/>
            <a:ext cx="7772400" cy="6571848"/>
          </a:xfrm>
          <a:prstGeom xmlns:a="http://schemas.openxmlformats.org/drawingml/2006/main" prst="rect">
            <a:avLst/>
          </a:prstGeom>
        </p:spPr>
      </p:pic>
      <p:pic>
        <p:nvPicPr>
          <p:cNvPr id="3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045c13ff44f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8553993" y="3986908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12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F543ADE-4367-1870-6139-582AED58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89.xml><?xml version="1.0" encoding="utf-8"?>
<p:sldLayout xmlns:p="http://schemas.openxmlformats.org/presentationml/2006/main" showMasterSp="0" preserve="1" userDrawn="1">
  <p:cSld name="Section Slide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0376C9-2356-22A6-5441-84E77464B55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41470" y="4961744"/>
            <a:ext cx="8829198" cy="92471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3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4FD67D-7BA3-C2D7-4395-16F69E74CF6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41470" y="5934077"/>
            <a:ext cx="8829198" cy="34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2000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text</a:t>
            </a:r>
          </a:p>
        </p:txBody>
      </p:sp>
      <p:pic>
        <p:nvPicPr>
          <p:cNvPr id="1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656eacf7148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09330" y="362285"/>
            <a:ext cx="836071" cy="417600"/>
          </a:xfrm>
          <a:prstGeom xmlns:a="http://schemas.openxmlformats.org/drawingml/2006/main" prst="rect">
            <a:avLst/>
          </a:prstGeom>
        </p:spPr>
      </p:pic>
      <p:sp>
        <p:nvSpPr>
          <p:cNvPr id="1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B7E74FEA-39CD-808A-C76E-456383CF322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46020" y="2973674"/>
            <a:ext cx="3169505" cy="1988070"/>
          </a:xfrm>
        </p:spPr>
        <p:txBody>
          <a:bodyPr xmlns:a="http://schemas.openxmlformats.org/drawingml/2006/main" wrap="none" lIns="0" anchor="ctr">
            <a:noAutofit/>
          </a:bodyPr>
          <a:lstStyle xmlns:a="http://schemas.openxmlformats.org/drawingml/2006/main">
            <a:lvl1pPr marL="0" indent="0">
              <a:buNone/>
              <a:defRPr sz="17500" b="1" i="0" spc="-2000" baseline="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pic>
        <p:nvPicPr>
          <p:cNvPr id="20" name="Graphic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73c0efdde4299">
            <a:extLst>
              <a:ext uri="{96DAC541-7B7A-43D3-8B79-37D633B846F1}">
                <asvg:svgBlip xmlns:asvg="http://schemas.microsoft.com/office/drawing/2016/SVG/main" r:embed="Ra12bec486281413c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24590" y="5461000"/>
            <a:ext cx="1801706" cy="1206500"/>
          </a:xfrm>
          <a:prstGeom xmlns:a="http://schemas.openxmlformats.org/drawingml/2006/main" prst="rect">
            <a:avLst/>
          </a:prstGeom>
        </p:spPr>
      </p:pic>
      <p:sp>
        <p:nvSpPr>
          <p:cNvPr id="8" name="Rectangle">
            <a:extLst xmlns:a="http://schemas.openxmlformats.org/drawingml/2006/main">
              <a:ext uri="{FF2B5EF4-FFF2-40B4-BE49-F238E27FC236}">
                <a16:creationId xmlns:a16="http://schemas.microsoft.com/office/drawing/2014/main" id="{9FFAF51B-59B3-409A-0469-39EDEF33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</p:spTree>
  </p:cSld>
  <p:hf hdr="0" ftr="0" dt="0"/>
</p:sldLayout>
</file>

<file path=ppt/slideLayouts/slideLayout90.xml><?xml version="1.0" encoding="utf-8"?>
<p:sldLayout xmlns:p="http://schemas.openxmlformats.org/presentationml/2006/main" preserve="1" userDrawn="1">
  <p:cSld name="One Column Content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6165fc97245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1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b48cddd2148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9B9A595-1DF8-831F-0E8F-CACAD549B13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0" y="1821626"/>
            <a:ext cx="10193983" cy="461977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227EE4-DCAF-FE08-AE3E-E91A0BDBD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A7570823-0086-B5AF-DE53-521BC64B81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7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45ED6F52-F1E3-DD31-4B8F-D6B9F54DABB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00" y="1360555"/>
            <a:ext cx="10193982" cy="361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200" b="1" spc="0" baseline="0"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8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13D91BB2-6997-4641-3821-DAF25960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91.xml><?xml version="1.0" encoding="utf-8"?>
<p:sldLayout xmlns:p="http://schemas.openxmlformats.org/presentationml/2006/main" preserve="1" userDrawn="1">
  <p:cSld name="Two Column Content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8b6e4c9ed42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1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efb405c104d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34AF4D-024E-9970-6233-003A1B10F31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436C617-602D-6D26-8627-2A45477594B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0" y="1823027"/>
            <a:ext cx="5524501" cy="382728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3BAAD7A-1842-B070-1699-D06503BBF8EC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286501" y="1823027"/>
            <a:ext cx="5534389" cy="382728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AD2AD9-0A39-15D0-98BD-74DF6725D6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A23CA2C3-0F06-86A4-D9AA-56C03974B50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00" y="1360555"/>
            <a:ext cx="5524500" cy="361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200" b="1" spc="0" baseline="0"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8DAF621-99E5-197D-63DA-8AEFF4DBE12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286502" y="1360555"/>
            <a:ext cx="5534387" cy="361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200" b="1" spc="0" baseline="0"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8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B6AAF94-1D74-F62C-2B92-58CF5650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92.xml><?xml version="1.0" encoding="utf-8"?>
<p:sldLayout xmlns:p="http://schemas.openxmlformats.org/presentationml/2006/main" preserve="1" userDrawn="1">
  <p:cSld name="Three Column Content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b38e8d24f4f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da33ba2f845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2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EFCBBFC1-DBA9-47B0-8B7C-C8EF0A6DD6E6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280665" y="1384314"/>
            <a:ext cx="3628027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0983EFC-9FEF-46E8-9574-59C9D66F27CD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8182101" y="1384314"/>
            <a:ext cx="3628800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27AFD46-0A5D-43AC-A0F5-91BC9C4AE60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11ACB4-94FA-B33D-33AB-2FD1795BAE3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3729" y="1753387"/>
            <a:ext cx="3628800" cy="16756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2DE955-1B49-6E3A-31EA-24CE8BC2D2C2}"/>
              </a:ext>
            </a:extLst>
          </p:cNvPr>
          <p:cNvSpPr>
            <a:spLocks xmlns:a="http://schemas.openxmlformats.org/drawingml/2006/main" noGrp="1"/>
          </p:cNvSpPr>
          <p:nvPr>
            <p:ph idx="24" hasCustomPrompt="1"/>
          </p:nvPr>
        </p:nvSpPr>
        <p:spPr>
          <a:xfrm xmlns:a="http://schemas.openxmlformats.org/drawingml/2006/main">
            <a:off x="4293295" y="1753387"/>
            <a:ext cx="3615397" cy="16756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759764-A477-E70A-691C-BEE877A6BAA9}"/>
              </a:ext>
            </a:extLst>
          </p:cNvPr>
          <p:cNvSpPr>
            <a:spLocks xmlns:a="http://schemas.openxmlformats.org/drawingml/2006/main" noGrp="1"/>
          </p:cNvSpPr>
          <p:nvPr>
            <p:ph idx="25" hasCustomPrompt="1"/>
          </p:nvPr>
        </p:nvSpPr>
        <p:spPr>
          <a:xfrm xmlns:a="http://schemas.openxmlformats.org/drawingml/2006/main">
            <a:off x="8183880" y="1753387"/>
            <a:ext cx="3626249" cy="16756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DB369B1-99A9-9A3B-A823-59B20E2F7F78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4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91DF723-ACC5-FBB0-178C-D316E33C7E2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099" y="1384314"/>
            <a:ext cx="3628800" cy="276999"/>
          </a:xfrm>
        </p:spPr>
        <p:txBody>
          <a:bodyPr xmlns:a="http://schemas.openxmlformats.org/drawingml/2006/main" wrap="square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B8B1C08-2324-668B-58AA-189A0DF5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93.xml><?xml version="1.0" encoding="utf-8"?>
<p:sldLayout xmlns:p="http://schemas.openxmlformats.org/presentationml/2006/main" preserve="1" userDrawn="1">
  <p:cSld name="Four Column Content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3e67401794a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3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39f48fe514f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2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BF14531-4635-4BAC-8BFB-80B5D5B93B76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099" y="1384314"/>
            <a:ext cx="2739600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5DED9890-AE6A-4175-A2D3-94CD8046DE11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3279096" y="1384314"/>
            <a:ext cx="2737695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7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5B79AD3-9CCE-4AA6-A9B4-5F9A43BC7813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6177092" y="1384314"/>
            <a:ext cx="2737695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9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2AD1F5CB-9325-407F-A82E-AD63D7DB55BC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9058603" y="1384314"/>
            <a:ext cx="2752298" cy="276999"/>
          </a:xfrm>
        </p:spPr>
        <p:txBody>
          <a:bodyPr xmlns:a="http://schemas.openxmlformats.org/drawingml/2006/main" wrap="square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A4D9F3-C7D9-43F2-953A-454ACDC677E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B6D97E-62E7-F7F5-E46B-2298B00F5F0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3731" y="1753386"/>
            <a:ext cx="2737696" cy="448664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AE90A48-FB44-6D04-9E12-3E811ADBA479}"/>
              </a:ext>
            </a:extLst>
          </p:cNvPr>
          <p:cNvSpPr>
            <a:spLocks xmlns:a="http://schemas.openxmlformats.org/drawingml/2006/main" noGrp="1"/>
          </p:cNvSpPr>
          <p:nvPr>
            <p:ph idx="26" hasCustomPrompt="1"/>
          </p:nvPr>
        </p:nvSpPr>
        <p:spPr>
          <a:xfrm xmlns:a="http://schemas.openxmlformats.org/drawingml/2006/main">
            <a:off x="3277608" y="1753386"/>
            <a:ext cx="2737696" cy="448664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568C5F9-F45F-847B-8596-03B381AAE52F}"/>
              </a:ext>
            </a:extLst>
          </p:cNvPr>
          <p:cNvSpPr>
            <a:spLocks xmlns:a="http://schemas.openxmlformats.org/drawingml/2006/main" noGrp="1"/>
          </p:cNvSpPr>
          <p:nvPr>
            <p:ph idx="27" hasCustomPrompt="1"/>
          </p:nvPr>
        </p:nvSpPr>
        <p:spPr>
          <a:xfrm xmlns:a="http://schemas.openxmlformats.org/drawingml/2006/main">
            <a:off x="6177091" y="1753386"/>
            <a:ext cx="2737696" cy="448664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B2B0D5C-62A3-F7A9-C7DE-10BE8EB8D0D4}"/>
              </a:ext>
            </a:extLst>
          </p:cNvPr>
          <p:cNvSpPr>
            <a:spLocks xmlns:a="http://schemas.openxmlformats.org/drawingml/2006/main" noGrp="1"/>
          </p:cNvSpPr>
          <p:nvPr>
            <p:ph idx="28" hasCustomPrompt="1"/>
          </p:nvPr>
        </p:nvSpPr>
        <p:spPr>
          <a:xfrm xmlns:a="http://schemas.openxmlformats.org/drawingml/2006/main">
            <a:off x="9064580" y="1753386"/>
            <a:ext cx="2737694" cy="448664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80A0927-7010-A9FF-B4C2-8AB57019AAF4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6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24D9BC2-E984-C9DC-5999-18493FDB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94.xml><?xml version="1.0" encoding="utf-8"?>
<p:sldLayout xmlns:p="http://schemas.openxmlformats.org/presentationml/2006/main" preserve="1" userDrawn="1">
  <p:cSld name="Five Column Content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00a5f64cd4b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3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d0f90e0004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2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BF14531-4635-4BAC-8BFB-80B5D5B93B76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100" y="1412014"/>
            <a:ext cx="2138400" cy="2492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9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2472D317-8C7C-4435-97B7-AD733CBE008E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2702313" y="1412014"/>
            <a:ext cx="2138400" cy="2492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1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7C950CA8-931F-42EC-8D1C-684B10BA33DF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5023525" y="1412014"/>
            <a:ext cx="2138400" cy="2492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1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CFB36ED7-BBFD-4DB9-9421-F9BE8CD07C55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7344738" y="1412014"/>
            <a:ext cx="2138400" cy="2492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D6519DA7-2099-4BBE-BC01-9482B3B5413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9676314" y="1412014"/>
            <a:ext cx="2131345" cy="249299"/>
          </a:xfrm>
        </p:spPr>
        <p:txBody>
          <a:bodyPr xmlns:a="http://schemas.openxmlformats.org/drawingml/2006/main" wrap="square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BDFC327-60D5-4420-B53E-212D6DE4887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A7882C4-C13B-778D-EC79-E04DE64A767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3730" y="1753386"/>
            <a:ext cx="2138400" cy="31200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B3709E8-CE64-6D9F-DBD4-679E92CB1CB8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815D66F-0B7B-034D-F198-C9DBBA63A55D}"/>
              </a:ext>
            </a:extLst>
          </p:cNvPr>
          <p:cNvSpPr>
            <a:spLocks xmlns:a="http://schemas.openxmlformats.org/drawingml/2006/main" noGrp="1"/>
          </p:cNvSpPr>
          <p:nvPr>
            <p:ph idx="34" hasCustomPrompt="1"/>
          </p:nvPr>
        </p:nvSpPr>
        <p:spPr>
          <a:xfrm xmlns:a="http://schemas.openxmlformats.org/drawingml/2006/main">
            <a:off x="2696959" y="1753386"/>
            <a:ext cx="2138400" cy="31200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58610FB-47AA-D94A-B9DE-CF2D5D231AA9}"/>
              </a:ext>
            </a:extLst>
          </p:cNvPr>
          <p:cNvSpPr>
            <a:spLocks xmlns:a="http://schemas.openxmlformats.org/drawingml/2006/main" noGrp="1"/>
          </p:cNvSpPr>
          <p:nvPr>
            <p:ph idx="35" hasCustomPrompt="1"/>
          </p:nvPr>
        </p:nvSpPr>
        <p:spPr>
          <a:xfrm xmlns:a="http://schemas.openxmlformats.org/drawingml/2006/main">
            <a:off x="5025293" y="1753386"/>
            <a:ext cx="2138400" cy="31200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9AEA758-F24F-B872-9BC7-1EB9D8F78F74}"/>
              </a:ext>
            </a:extLst>
          </p:cNvPr>
          <p:cNvSpPr>
            <a:spLocks xmlns:a="http://schemas.openxmlformats.org/drawingml/2006/main" noGrp="1"/>
          </p:cNvSpPr>
          <p:nvPr>
            <p:ph idx="36" hasCustomPrompt="1"/>
          </p:nvPr>
        </p:nvSpPr>
        <p:spPr>
          <a:xfrm xmlns:a="http://schemas.openxmlformats.org/drawingml/2006/main">
            <a:off x="7328226" y="1753386"/>
            <a:ext cx="2138400" cy="31200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B6737F-D664-73BF-0485-E0C4D3753723}"/>
              </a:ext>
            </a:extLst>
          </p:cNvPr>
          <p:cNvSpPr>
            <a:spLocks xmlns:a="http://schemas.openxmlformats.org/drawingml/2006/main" noGrp="1"/>
          </p:cNvSpPr>
          <p:nvPr>
            <p:ph idx="37" hasCustomPrompt="1"/>
          </p:nvPr>
        </p:nvSpPr>
        <p:spPr>
          <a:xfrm xmlns:a="http://schemas.openxmlformats.org/drawingml/2006/main">
            <a:off x="9669259" y="1753386"/>
            <a:ext cx="2138400" cy="31200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E58539B-B4B3-2E45-9A9A-3C58E438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95.xml><?xml version="1.0" encoding="utf-8"?>
<p:sldLayout xmlns:p="http://schemas.openxmlformats.org/presentationml/2006/main" preserve="1" userDrawn="1">
  <p:cSld name="Six Column Content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e741e150846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3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5daf454644b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21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BABC588-5798-4369-86EA-9B137E4E1DB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100" y="1384314"/>
            <a:ext cx="3614400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EFCBBFC1-DBA9-47B0-8B7C-C8EF0A6DD6E6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289390" y="1384314"/>
            <a:ext cx="3615616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0983EFC-9FEF-46E8-9574-59C9D66F27CD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8197680" y="1384314"/>
            <a:ext cx="3615616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3433CE7C-F359-47A8-841D-14982B8C8FE6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381100" y="4044052"/>
            <a:ext cx="3615616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2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3B24EDE4-1DE9-4DA3-A5DE-8AA56EA30F8A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4289390" y="4044052"/>
            <a:ext cx="3615616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753DB1F1-4AE8-4CB2-9862-800506C55B58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8197680" y="4044052"/>
            <a:ext cx="3615616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CE697B4-F430-4CA7-935A-2F894B6230E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F804C0-5265-CF0E-3CB1-467E0A3D080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3731" y="1753386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E56F9F-48BA-82AE-8115-CF9C80668CA4}"/>
              </a:ext>
            </a:extLst>
          </p:cNvPr>
          <p:cNvSpPr>
            <a:spLocks xmlns:a="http://schemas.openxmlformats.org/drawingml/2006/main" noGrp="1"/>
          </p:cNvSpPr>
          <p:nvPr>
            <p:ph idx="30" hasCustomPrompt="1"/>
          </p:nvPr>
        </p:nvSpPr>
        <p:spPr>
          <a:xfrm xmlns:a="http://schemas.openxmlformats.org/drawingml/2006/main">
            <a:off x="4289390" y="1753386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64D2BD6-C61F-9A56-33BA-B44D7F53EBA3}"/>
              </a:ext>
            </a:extLst>
          </p:cNvPr>
          <p:cNvSpPr>
            <a:spLocks xmlns:a="http://schemas.openxmlformats.org/drawingml/2006/main" noGrp="1"/>
          </p:cNvSpPr>
          <p:nvPr>
            <p:ph idx="31" hasCustomPrompt="1"/>
          </p:nvPr>
        </p:nvSpPr>
        <p:spPr>
          <a:xfrm xmlns:a="http://schemas.openxmlformats.org/drawingml/2006/main">
            <a:off x="8201300" y="1753386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EDD99AB-7F58-465A-8EF8-8315B96EE96D}"/>
              </a:ext>
            </a:extLst>
          </p:cNvPr>
          <p:cNvSpPr>
            <a:spLocks xmlns:a="http://schemas.openxmlformats.org/drawingml/2006/main" noGrp="1"/>
          </p:cNvSpPr>
          <p:nvPr>
            <p:ph idx="32" hasCustomPrompt="1"/>
          </p:nvPr>
        </p:nvSpPr>
        <p:spPr>
          <a:xfrm xmlns:a="http://schemas.openxmlformats.org/drawingml/2006/main">
            <a:off x="393731" y="4416199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D1FF061-B256-5F58-173E-63F4C841938E}"/>
              </a:ext>
            </a:extLst>
          </p:cNvPr>
          <p:cNvSpPr>
            <a:spLocks xmlns:a="http://schemas.openxmlformats.org/drawingml/2006/main" noGrp="1"/>
          </p:cNvSpPr>
          <p:nvPr>
            <p:ph idx="33" hasCustomPrompt="1"/>
          </p:nvPr>
        </p:nvSpPr>
        <p:spPr>
          <a:xfrm xmlns:a="http://schemas.openxmlformats.org/drawingml/2006/main">
            <a:off x="4289390" y="4416199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4F111D-796B-228C-9C93-D26FB3D4FD46}"/>
              </a:ext>
            </a:extLst>
          </p:cNvPr>
          <p:cNvSpPr>
            <a:spLocks xmlns:a="http://schemas.openxmlformats.org/drawingml/2006/main" noGrp="1"/>
          </p:cNvSpPr>
          <p:nvPr>
            <p:ph idx="34" hasCustomPrompt="1"/>
          </p:nvPr>
        </p:nvSpPr>
        <p:spPr>
          <a:xfrm xmlns:a="http://schemas.openxmlformats.org/drawingml/2006/main">
            <a:off x="8201300" y="4416199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63DAD0-A5EB-B549-9982-131ED4CEF1E8}"/>
              </a:ext>
            </a:extLst>
          </p:cNvPr>
          <p:cNvSpPr>
            <a:spLocks xmlns:a="http://schemas.openxmlformats.org/drawingml/2006/main" noGrp="1"/>
          </p:cNvSpPr>
          <p:nvPr>
            <p:ph type="sldNum" idx="3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5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3D429F5-98C8-7EF9-C7ED-FCEE9871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96.xml><?xml version="1.0" encoding="utf-8"?>
<p:sldLayout xmlns:p="http://schemas.openxmlformats.org/presentationml/2006/main" showMasterSp="0" preserve="1">
  <p:cSld name="Title Slide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0376C9-2356-22A6-5441-84E77464B55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41470" y="2835689"/>
            <a:ext cx="8829198" cy="154510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6000" spc="-15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4FD67D-7BA3-C2D7-4395-16F69E74CF6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41470" y="4574120"/>
            <a:ext cx="8829198" cy="9144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2000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text</a:t>
            </a:r>
          </a:p>
        </p:txBody>
      </p:sp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08ccb839a41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32003" y="507429"/>
            <a:ext cx="1497676" cy="748058"/>
          </a:xfrm>
          <a:prstGeom xmlns:a="http://schemas.openxmlformats.org/drawingml/2006/main" prst="rect">
            <a:avLst/>
          </a:prstGeom>
        </p:spPr>
      </p:pic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AC9DB8C-7C81-2D3D-8CC6-184CFE174A5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41349" y="5981700"/>
            <a:ext cx="5400000" cy="34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8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pic>
        <p:nvPicPr>
          <p:cNvPr id="23" name="Graphic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21aa5fbea4dfe">
            <a:extLst>
              <a:ext uri="{96DAC541-7B7A-43D3-8B79-37D633B846F1}">
                <asvg:svgBlip xmlns:asvg="http://schemas.microsoft.com/office/drawing/2016/SVG/main" r:embed="R2cc88bec43a249a6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02" y="190499"/>
            <a:ext cx="1817992" cy="1217406"/>
          </a:xfrm>
          <a:prstGeom xmlns:a="http://schemas.openxmlformats.org/drawingml/2006/main" prst="rect">
            <a:avLst/>
          </a:prstGeom>
        </p:spPr>
      </p:pic>
      <p:pic>
        <p:nvPicPr>
          <p:cNvPr id="24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86512dc914e5b">
            <a:extLst>
              <a:ext uri="{96DAC541-7B7A-43D3-8B79-37D633B846F1}">
                <asvg:svgBlip xmlns:asvg="http://schemas.microsoft.com/office/drawing/2016/SVG/main" r:embed="Rbf907d606032405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08304" y="5450094"/>
            <a:ext cx="1817992" cy="1217405"/>
          </a:xfrm>
          <a:prstGeom xmlns:a="http://schemas.openxmlformats.org/drawingml/2006/main" prst="rect">
            <a:avLst/>
          </a:prstGeom>
        </p:spPr>
      </p:pic>
      <p:sp>
        <p:nvSpPr>
          <p:cNvPr id="10" name="Rectangle">
            <a:extLst xmlns:a="http://schemas.openxmlformats.org/drawingml/2006/main">
              <a:ext uri="{FF2B5EF4-FFF2-40B4-BE49-F238E27FC236}">
                <a16:creationId xmlns:a16="http://schemas.microsoft.com/office/drawing/2014/main" id="{6A767FB4-BDE1-7C2F-DD81-6D0DF373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</p:spTree>
  </p:cSld>
  <p:hf hdr="0" ftr="0" dt="0"/>
</p:sldLayout>
</file>

<file path=ppt/slideLayouts/slideLayout97.xml><?xml version="1.0" encoding="utf-8"?>
<p:sldLayout xmlns:p="http://schemas.openxmlformats.org/presentationml/2006/main" showMasterSp="0" preserve="1" userDrawn="1">
  <p:cSld name="One Speaker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3f03b4149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900000">
            <a:off x="757583" y="-4034883"/>
            <a:ext cx="7624897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C306C4-9D9A-0CEC-CCAF-2A2D5F1B089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414134"/>
            <a:ext cx="5003800" cy="1014866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>
              <a:buNone/>
              <a:defRPr sz="8000" b="1" i="0" spc="-15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B989B780-4E34-2459-5DD7-243F25DBCF5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6096000" y="836676"/>
            <a:ext cx="5184648" cy="5184648"/>
          </a:xfrm>
          <a:custGeom xmlns:a="http://schemas.openxmlformats.org/drawingml/2006/main">
            <a:gdLst>
              <a:gd name="connsiteX0" fmla="*/ 451104 w 5184648"/>
              <a:gd name="connsiteY0" fmla="*/ 0 h 5184648"/>
              <a:gd name="connsiteX1" fmla="*/ 5184648 w 5184648"/>
              <a:gd name="connsiteY1" fmla="*/ 0 h 5184648"/>
              <a:gd name="connsiteX2" fmla="*/ 5184648 w 5184648"/>
              <a:gd name="connsiteY2" fmla="*/ 4282313 h 5184648"/>
              <a:gd name="connsiteX3" fmla="*/ 4733544 w 5184648"/>
              <a:gd name="connsiteY3" fmla="*/ 4282313 h 5184648"/>
              <a:gd name="connsiteX4" fmla="*/ 4733544 w 5184648"/>
              <a:gd name="connsiteY4" fmla="*/ 4733417 h 5184648"/>
              <a:gd name="connsiteX5" fmla="*/ 5184648 w 5184648"/>
              <a:gd name="connsiteY5" fmla="*/ 4733417 h 5184648"/>
              <a:gd name="connsiteX6" fmla="*/ 5184648 w 5184648"/>
              <a:gd name="connsiteY6" fmla="*/ 5184648 h 5184648"/>
              <a:gd name="connsiteX7" fmla="*/ 4733544 w 5184648"/>
              <a:gd name="connsiteY7" fmla="*/ 5184648 h 5184648"/>
              <a:gd name="connsiteX8" fmla="*/ 4733544 w 5184648"/>
              <a:gd name="connsiteY8" fmla="*/ 4733544 h 5184648"/>
              <a:gd name="connsiteX9" fmla="*/ 4282440 w 5184648"/>
              <a:gd name="connsiteY9" fmla="*/ 4733544 h 5184648"/>
              <a:gd name="connsiteX10" fmla="*/ 4282440 w 5184648"/>
              <a:gd name="connsiteY10" fmla="*/ 5184648 h 5184648"/>
              <a:gd name="connsiteX11" fmla="*/ 0 w 5184648"/>
              <a:gd name="connsiteY11" fmla="*/ 5184648 h 5184648"/>
              <a:gd name="connsiteX12" fmla="*/ 0 w 5184648"/>
              <a:gd name="connsiteY12" fmla="*/ 451104 h 5184648"/>
              <a:gd name="connsiteX13" fmla="*/ 451104 w 5184648"/>
              <a:gd name="connsiteY13" fmla="*/ 451104 h 5184648"/>
            </a:gdLst>
            <a:rect l="l" t="t" r="r" b="b"/>
            <a:pathLst>
              <a:path w="5184648" h="5184648">
                <a:moveTo>
                  <a:pt x="451104" y="0"/>
                </a:moveTo>
                <a:lnTo>
                  <a:pt x="5184648" y="0"/>
                </a:lnTo>
                <a:lnTo>
                  <a:pt x="5184648" y="4282313"/>
                </a:lnTo>
                <a:lnTo>
                  <a:pt x="4733544" y="4282313"/>
                </a:lnTo>
                <a:lnTo>
                  <a:pt x="4733544" y="4733417"/>
                </a:lnTo>
                <a:lnTo>
                  <a:pt x="5184648" y="4733417"/>
                </a:lnTo>
                <a:lnTo>
                  <a:pt x="5184648" y="5184648"/>
                </a:lnTo>
                <a:lnTo>
                  <a:pt x="4733544" y="5184648"/>
                </a:lnTo>
                <a:lnTo>
                  <a:pt x="4733544" y="4733544"/>
                </a:lnTo>
                <a:lnTo>
                  <a:pt x="4282440" y="4733544"/>
                </a:lnTo>
                <a:lnTo>
                  <a:pt x="4282440" y="5184648"/>
                </a:lnTo>
                <a:lnTo>
                  <a:pt x="0" y="5184648"/>
                </a:lnTo>
                <a:lnTo>
                  <a:pt x="0" y="451104"/>
                </a:lnTo>
                <a:lnTo>
                  <a:pt x="451104" y="451104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pic>
        <p:nvPicPr>
          <p:cNvPr id="2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f638990334f22">
            <a:extLst>
              <a:ext uri="{96DAC541-7B7A-43D3-8B79-37D633B846F1}">
                <asvg:svgBlip xmlns:asvg="http://schemas.microsoft.com/office/drawing/2016/SVG/main" r:embed="Raabc69efbc724982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5614417"/>
            <a:ext cx="1403542" cy="701040"/>
          </a:xfrm>
          <a:prstGeom xmlns:a="http://schemas.openxmlformats.org/drawingml/2006/main" prst="rect">
            <a:avLst/>
          </a:prstGeom>
        </p:spPr>
      </p:pic>
      <p:pic>
        <p:nvPicPr>
          <p:cNvPr id="2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a40f2e95d4eaa">
            <a:extLst>
              <a:ext uri="{96DAC541-7B7A-43D3-8B79-37D633B846F1}">
                <asvg:svgBlip xmlns:asvg="http://schemas.microsoft.com/office/drawing/2016/SVG/main" r:embed="Ra882178eeea34ca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0331" y="5614417"/>
            <a:ext cx="1402080" cy="701040"/>
          </a:xfrm>
          <a:prstGeom xmlns:a="http://schemas.openxmlformats.org/drawingml/2006/main" prst="rect">
            <a:avLst/>
          </a:prstGeom>
        </p:spPr>
      </p:pic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4EEDFA70-EAAE-836F-FE6C-677FFDA21DF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09600" y="3601185"/>
            <a:ext cx="5003800" cy="43033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3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66CB046-3633-4438-7782-8401F06780C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09600" y="4063089"/>
            <a:ext cx="5003800" cy="29392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0D16E47-90CC-2509-17DD-FE3ABFD1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98.xml><?xml version="1.0" encoding="utf-8"?>
<p:sldLayout xmlns:p="http://schemas.openxmlformats.org/presentationml/2006/main" showMasterSp="0" preserve="1" userDrawn="1">
  <p:cSld name="Two Speakers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46ead60bc4b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900000">
            <a:off x="757584" y="-4034883"/>
            <a:ext cx="7624897" cy="6858000"/>
          </a:xfrm>
          <a:prstGeom xmlns:a="http://schemas.openxmlformats.org/drawingml/2006/main" prst="rect">
            <a:avLst/>
          </a:prstGeom>
        </p:spPr>
      </p:pic>
      <p:sp>
        <p:nvSpPr>
          <p:cNvPr id="30" name="Picture Placeholder 29">
            <a:extLst xmlns:a="http://schemas.openxmlformats.org/drawingml/2006/main">
              <a:ext uri="{FF2B5EF4-FFF2-40B4-BE49-F238E27FC236}">
                <a16:creationId xmlns:a16="http://schemas.microsoft.com/office/drawing/2014/main" id="{498DD797-078E-56E4-FAAA-D080D22746AC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7717537" y="0"/>
            <a:ext cx="4471416" cy="3429000"/>
          </a:xfrm>
          <a:custGeom xmlns:a="http://schemas.openxmlformats.org/drawingml/2006/main">
            <a:gdLst>
              <a:gd name="connsiteX0" fmla="*/ 596681 w 4471416"/>
              <a:gd name="connsiteY0" fmla="*/ 298207 h 3429000"/>
              <a:gd name="connsiteX1" fmla="*/ 596681 w 4471416"/>
              <a:gd name="connsiteY1" fmla="*/ 598210 h 3429000"/>
              <a:gd name="connsiteX2" fmla="*/ 896684 w 4471416"/>
              <a:gd name="connsiteY2" fmla="*/ 598210 h 3429000"/>
              <a:gd name="connsiteX3" fmla="*/ 896684 w 4471416"/>
              <a:gd name="connsiteY3" fmla="*/ 298207 h 3429000"/>
              <a:gd name="connsiteX4" fmla="*/ 600007 w 4471416"/>
              <a:gd name="connsiteY4" fmla="*/ 0 h 3429000"/>
              <a:gd name="connsiteX5" fmla="*/ 4471416 w 4471416"/>
              <a:gd name="connsiteY5" fmla="*/ 0 h 3429000"/>
              <a:gd name="connsiteX6" fmla="*/ 4471416 w 4471416"/>
              <a:gd name="connsiteY6" fmla="*/ 3429000 h 3429000"/>
              <a:gd name="connsiteX7" fmla="*/ 4461762 w 4471416"/>
              <a:gd name="connsiteY7" fmla="*/ 3429000 h 3429000"/>
              <a:gd name="connsiteX8" fmla="*/ 4461762 w 4471416"/>
              <a:gd name="connsiteY8" fmla="*/ 3146539 h 3429000"/>
              <a:gd name="connsiteX9" fmla="*/ 3866920 w 4471416"/>
              <a:gd name="connsiteY9" fmla="*/ 3146539 h 3429000"/>
              <a:gd name="connsiteX10" fmla="*/ 3866920 w 4471416"/>
              <a:gd name="connsiteY10" fmla="*/ 2845980 h 3429000"/>
              <a:gd name="connsiteX11" fmla="*/ 4166923 w 4471416"/>
              <a:gd name="connsiteY11" fmla="*/ 2845980 h 3429000"/>
              <a:gd name="connsiteX12" fmla="*/ 4166923 w 4471416"/>
              <a:gd name="connsiteY12" fmla="*/ 2545977 h 3429000"/>
              <a:gd name="connsiteX13" fmla="*/ 3866920 w 4471416"/>
              <a:gd name="connsiteY13" fmla="*/ 2545977 h 3429000"/>
              <a:gd name="connsiteX14" fmla="*/ 3866920 w 4471416"/>
              <a:gd name="connsiteY14" fmla="*/ 2844646 h 3429000"/>
              <a:gd name="connsiteX15" fmla="*/ 3598648 w 4471416"/>
              <a:gd name="connsiteY15" fmla="*/ 2844646 h 3429000"/>
              <a:gd name="connsiteX16" fmla="*/ 3598648 w 4471416"/>
              <a:gd name="connsiteY16" fmla="*/ 2545977 h 3429000"/>
              <a:gd name="connsiteX17" fmla="*/ 0 w 4471416"/>
              <a:gd name="connsiteY17" fmla="*/ 2545977 h 3429000"/>
              <a:gd name="connsiteX18" fmla="*/ 0 w 4471416"/>
              <a:gd name="connsiteY18" fmla="*/ 296412 h 3429000"/>
              <a:gd name="connsiteX19" fmla="*/ 600007 w 4471416"/>
              <a:gd name="connsiteY19" fmla="*/ 296412 h 3429000"/>
            </a:gdLst>
            <a:rect l="l" t="t" r="r" b="b"/>
            <a:pathLst>
              <a:path w="4471416" h="3429000">
                <a:moveTo>
                  <a:pt x="596681" y="298207"/>
                </a:moveTo>
                <a:lnTo>
                  <a:pt x="596681" y="598210"/>
                </a:lnTo>
                <a:lnTo>
                  <a:pt x="896684" y="598210"/>
                </a:lnTo>
                <a:lnTo>
                  <a:pt x="896684" y="298207"/>
                </a:lnTo>
                <a:close/>
                <a:moveTo>
                  <a:pt x="600007" y="0"/>
                </a:moveTo>
                <a:lnTo>
                  <a:pt x="4471416" y="0"/>
                </a:lnTo>
                <a:lnTo>
                  <a:pt x="4471416" y="3429000"/>
                </a:lnTo>
                <a:lnTo>
                  <a:pt x="4461762" y="3429000"/>
                </a:lnTo>
                <a:lnTo>
                  <a:pt x="4461762" y="3146539"/>
                </a:lnTo>
                <a:lnTo>
                  <a:pt x="3866920" y="3146539"/>
                </a:lnTo>
                <a:lnTo>
                  <a:pt x="3866920" y="2845980"/>
                </a:lnTo>
                <a:lnTo>
                  <a:pt x="4166923" y="2845980"/>
                </a:lnTo>
                <a:lnTo>
                  <a:pt x="4166923" y="2545977"/>
                </a:lnTo>
                <a:lnTo>
                  <a:pt x="3866920" y="2545977"/>
                </a:lnTo>
                <a:lnTo>
                  <a:pt x="3866920" y="2844646"/>
                </a:lnTo>
                <a:lnTo>
                  <a:pt x="3598648" y="2844646"/>
                </a:lnTo>
                <a:lnTo>
                  <a:pt x="3598648" y="2545977"/>
                </a:lnTo>
                <a:lnTo>
                  <a:pt x="0" y="2545977"/>
                </a:lnTo>
                <a:lnTo>
                  <a:pt x="0" y="296412"/>
                </a:lnTo>
                <a:lnTo>
                  <a:pt x="600007" y="296412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4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607DB825-7559-54E7-CAEC-C04E31E7F0AB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717537" y="3429000"/>
            <a:ext cx="4471416" cy="3160398"/>
          </a:xfrm>
          <a:custGeom xmlns:a="http://schemas.openxmlformats.org/drawingml/2006/main">
            <a:gdLst>
              <a:gd name="connsiteX0" fmla="*/ 596681 w 4471416"/>
              <a:gd name="connsiteY0" fmla="*/ 312066 h 3160398"/>
              <a:gd name="connsiteX1" fmla="*/ 596681 w 4471416"/>
              <a:gd name="connsiteY1" fmla="*/ 612069 h 3160398"/>
              <a:gd name="connsiteX2" fmla="*/ 896684 w 4471416"/>
              <a:gd name="connsiteY2" fmla="*/ 612069 h 3160398"/>
              <a:gd name="connsiteX3" fmla="*/ 896684 w 4471416"/>
              <a:gd name="connsiteY3" fmla="*/ 312066 h 3160398"/>
              <a:gd name="connsiteX4" fmla="*/ 597787 w 4471416"/>
              <a:gd name="connsiteY4" fmla="*/ 0 h 3160398"/>
              <a:gd name="connsiteX5" fmla="*/ 4471416 w 4471416"/>
              <a:gd name="connsiteY5" fmla="*/ 0 h 3160398"/>
              <a:gd name="connsiteX6" fmla="*/ 4471416 w 4471416"/>
              <a:gd name="connsiteY6" fmla="*/ 3160398 h 3160398"/>
              <a:gd name="connsiteX7" fmla="*/ 3890161 w 4471416"/>
              <a:gd name="connsiteY7" fmla="*/ 3160398 h 3160398"/>
              <a:gd name="connsiteX8" fmla="*/ 3890161 w 4471416"/>
              <a:gd name="connsiteY8" fmla="*/ 2859839 h 3160398"/>
              <a:gd name="connsiteX9" fmla="*/ 4190164 w 4471416"/>
              <a:gd name="connsiteY9" fmla="*/ 2859839 h 3160398"/>
              <a:gd name="connsiteX10" fmla="*/ 4190164 w 4471416"/>
              <a:gd name="connsiteY10" fmla="*/ 2559836 h 3160398"/>
              <a:gd name="connsiteX11" fmla="*/ 3890161 w 4471416"/>
              <a:gd name="connsiteY11" fmla="*/ 2559836 h 3160398"/>
              <a:gd name="connsiteX12" fmla="*/ 3890161 w 4471416"/>
              <a:gd name="connsiteY12" fmla="*/ 2858505 h 3160398"/>
              <a:gd name="connsiteX13" fmla="*/ 3598648 w 4471416"/>
              <a:gd name="connsiteY13" fmla="*/ 2858505 h 3160398"/>
              <a:gd name="connsiteX14" fmla="*/ 3598648 w 4471416"/>
              <a:gd name="connsiteY14" fmla="*/ 2558438 h 3160398"/>
              <a:gd name="connsiteX15" fmla="*/ 0 w 4471416"/>
              <a:gd name="connsiteY15" fmla="*/ 2558438 h 3160398"/>
              <a:gd name="connsiteX16" fmla="*/ 0 w 4471416"/>
              <a:gd name="connsiteY16" fmla="*/ 310271 h 3160398"/>
              <a:gd name="connsiteX17" fmla="*/ 600007 w 4471416"/>
              <a:gd name="connsiteY17" fmla="*/ 310271 h 3160398"/>
              <a:gd name="connsiteX18" fmla="*/ 600007 w 4471416"/>
              <a:gd name="connsiteY18" fmla="*/ 13859 h 3160398"/>
              <a:gd name="connsiteX19" fmla="*/ 597787 w 4471416"/>
              <a:gd name="connsiteY19" fmla="*/ 13859 h 3160398"/>
            </a:gdLst>
            <a:rect l="l" t="t" r="r" b="b"/>
            <a:pathLst>
              <a:path w="4471416" h="3160398">
                <a:moveTo>
                  <a:pt x="596681" y="312066"/>
                </a:moveTo>
                <a:lnTo>
                  <a:pt x="596681" y="612069"/>
                </a:lnTo>
                <a:lnTo>
                  <a:pt x="896684" y="612069"/>
                </a:lnTo>
                <a:lnTo>
                  <a:pt x="896684" y="312066"/>
                </a:lnTo>
                <a:close/>
                <a:moveTo>
                  <a:pt x="597787" y="0"/>
                </a:moveTo>
                <a:lnTo>
                  <a:pt x="4471416" y="0"/>
                </a:lnTo>
                <a:lnTo>
                  <a:pt x="4471416" y="3160398"/>
                </a:lnTo>
                <a:lnTo>
                  <a:pt x="3890161" y="3160398"/>
                </a:lnTo>
                <a:lnTo>
                  <a:pt x="3890161" y="2859839"/>
                </a:lnTo>
                <a:lnTo>
                  <a:pt x="4190164" y="2859839"/>
                </a:lnTo>
                <a:lnTo>
                  <a:pt x="4190164" y="2559836"/>
                </a:lnTo>
                <a:lnTo>
                  <a:pt x="3890161" y="2559836"/>
                </a:lnTo>
                <a:lnTo>
                  <a:pt x="3890161" y="2858505"/>
                </a:lnTo>
                <a:lnTo>
                  <a:pt x="3598648" y="2858505"/>
                </a:lnTo>
                <a:lnTo>
                  <a:pt x="3598648" y="2558438"/>
                </a:lnTo>
                <a:lnTo>
                  <a:pt x="0" y="2558438"/>
                </a:lnTo>
                <a:lnTo>
                  <a:pt x="0" y="310271"/>
                </a:lnTo>
                <a:lnTo>
                  <a:pt x="600007" y="310271"/>
                </a:lnTo>
                <a:lnTo>
                  <a:pt x="600007" y="13859"/>
                </a:lnTo>
                <a:lnTo>
                  <a:pt x="597787" y="13859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A747CD2-977A-C2B6-435C-39268A8098F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717537" y="2659717"/>
            <a:ext cx="3483863" cy="35564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11B188B-0B3A-3512-4453-59389A5C951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717537" y="3033584"/>
            <a:ext cx="3483863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771B411-20B0-D167-A8BA-702B7F1C030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7717537" y="6088717"/>
            <a:ext cx="3483863" cy="35564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E4E45B5-2B3B-EFFB-75C0-9B5491F50FF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7717537" y="6462584"/>
            <a:ext cx="3483863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43161F1-95BB-0C3A-2FE5-F311F9F3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A9DD9072-F37A-FF8E-7B96-042813868F9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647606"/>
            <a:ext cx="5003800" cy="1014866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>
              <a:buNone/>
              <a:defRPr sz="8000" b="1" i="0" spc="-15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pic>
        <p:nvPicPr>
          <p:cNvPr id="4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69b7f2d5743fd">
            <a:extLst>
              <a:ext uri="{96DAC541-7B7A-43D3-8B79-37D633B846F1}">
                <asvg:svgBlip xmlns:asvg="http://schemas.microsoft.com/office/drawing/2016/SVG/main" r:embed="Rf65fe630bca4449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0331" y="5614417"/>
            <a:ext cx="1402080" cy="701040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99.xml><?xml version="1.0" encoding="utf-8"?>
<p:sldLayout xmlns:p="http://schemas.openxmlformats.org/presentationml/2006/main" preserve="1" userDrawn="1">
  <p:cSld name="Team Photos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5bf63e1ee4a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3521310">
            <a:off x="-3432608" y="2974973"/>
            <a:ext cx="7624897" cy="6858000"/>
          </a:xfrm>
          <a:prstGeom xmlns:a="http://schemas.openxmlformats.org/drawingml/2006/main" prst="rect">
            <a:avLst/>
          </a:prstGeom>
        </p:spPr>
      </p:pic>
      <p:pic>
        <p:nvPicPr>
          <p:cNvPr id="7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5bf63e1ee4a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406644">
            <a:off x="8379552" y="3360955"/>
            <a:ext cx="7624897" cy="6858000"/>
          </a:xfrm>
          <a:prstGeom xmlns:a="http://schemas.openxmlformats.org/drawingml/2006/main" prst="rect">
            <a:avLst/>
          </a:prstGeom>
        </p:spPr>
      </p:pic>
      <p:sp>
        <p:nvSpPr>
          <p:cNvPr id="56" name="Picture Placeholder 55">
            <a:extLst xmlns:a="http://schemas.openxmlformats.org/drawingml/2006/main">
              <a:ext uri="{FF2B5EF4-FFF2-40B4-BE49-F238E27FC236}">
                <a16:creationId xmlns:a16="http://schemas.microsoft.com/office/drawing/2014/main" id="{9366387F-1731-5BA1-F6CF-FD4513AE2B02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2967228" y="1711220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7103 w 1618488"/>
              <a:gd name="connsiteY5" fmla="*/ 1618488 h 1618488"/>
              <a:gd name="connsiteX6" fmla="*/ 297103 w 1618488"/>
              <a:gd name="connsiteY6" fmla="*/ 1471283 h 1618488"/>
              <a:gd name="connsiteX7" fmla="*/ 149898 w 1618488"/>
              <a:gd name="connsiteY7" fmla="*/ 1471283 h 1618488"/>
              <a:gd name="connsiteX8" fmla="*/ 149898 w 1618488"/>
              <a:gd name="connsiteY8" fmla="*/ 1618488 h 1618488"/>
              <a:gd name="connsiteX9" fmla="*/ 0 w 1618488"/>
              <a:gd name="connsiteY9" fmla="*/ 1618488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7103" y="1618488"/>
                </a:lnTo>
                <a:lnTo>
                  <a:pt x="297103" y="1471283"/>
                </a:lnTo>
                <a:lnTo>
                  <a:pt x="149898" y="1471283"/>
                </a:lnTo>
                <a:lnTo>
                  <a:pt x="149898" y="1618488"/>
                </a:lnTo>
                <a:lnTo>
                  <a:pt x="0" y="1618488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58" name="Picture Placeholder 57">
            <a:extLst xmlns:a="http://schemas.openxmlformats.org/drawingml/2006/main">
              <a:ext uri="{FF2B5EF4-FFF2-40B4-BE49-F238E27FC236}">
                <a16:creationId xmlns:a16="http://schemas.microsoft.com/office/drawing/2014/main" id="{97D46CF3-7CCF-1E60-1BB1-4C02697C18C5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286756" y="1711220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618488 h 1618488"/>
              <a:gd name="connsiteX3" fmla="*/ 1464830 w 1618488"/>
              <a:gd name="connsiteY3" fmla="*/ 1618488 h 1618488"/>
              <a:gd name="connsiteX4" fmla="*/ 1464830 w 1618488"/>
              <a:gd name="connsiteY4" fmla="*/ 1471283 h 1618488"/>
              <a:gd name="connsiteX5" fmla="*/ 1317625 w 1618488"/>
              <a:gd name="connsiteY5" fmla="*/ 1471283 h 1618488"/>
              <a:gd name="connsiteX6" fmla="*/ 1317625 w 1618488"/>
              <a:gd name="connsiteY6" fmla="*/ 1618488 h 1618488"/>
              <a:gd name="connsiteX7" fmla="*/ 0 w 1618488"/>
              <a:gd name="connsiteY7" fmla="*/ 1618488 h 1618488"/>
              <a:gd name="connsiteX8" fmla="*/ 0 w 1618488"/>
              <a:gd name="connsiteY8" fmla="*/ 147205 h 1618488"/>
              <a:gd name="connsiteX9" fmla="*/ 147205 w 1618488"/>
              <a:gd name="connsiteY9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618488"/>
                </a:lnTo>
                <a:lnTo>
                  <a:pt x="1464830" y="1618488"/>
                </a:lnTo>
                <a:lnTo>
                  <a:pt x="1464830" y="1471283"/>
                </a:lnTo>
                <a:lnTo>
                  <a:pt x="1317625" y="1471283"/>
                </a:lnTo>
                <a:lnTo>
                  <a:pt x="1317625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3" name="Picture Placeholder 62">
            <a:extLst xmlns:a="http://schemas.openxmlformats.org/drawingml/2006/main">
              <a:ext uri="{FF2B5EF4-FFF2-40B4-BE49-F238E27FC236}">
                <a16:creationId xmlns:a16="http://schemas.microsoft.com/office/drawing/2014/main" id="{BE7CB4A2-4B09-FE21-8A60-0E6D7C5A3670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1844686" y="4262909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6" name="Picture Placeholder 65">
            <a:extLst xmlns:a="http://schemas.openxmlformats.org/drawingml/2006/main">
              <a:ext uri="{FF2B5EF4-FFF2-40B4-BE49-F238E27FC236}">
                <a16:creationId xmlns:a16="http://schemas.microsoft.com/office/drawing/2014/main" id="{3F68F1D3-A542-689C-5BA2-B3F65EED79FC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4221965" y="4262909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2283 w 1618488"/>
              <a:gd name="connsiteY5" fmla="*/ 1618488 h 1618488"/>
              <a:gd name="connsiteX6" fmla="*/ 292283 w 1618488"/>
              <a:gd name="connsiteY6" fmla="*/ 1471283 h 1618488"/>
              <a:gd name="connsiteX7" fmla="*/ 145078 w 1618488"/>
              <a:gd name="connsiteY7" fmla="*/ 1471283 h 1618488"/>
              <a:gd name="connsiteX8" fmla="*/ 145078 w 1618488"/>
              <a:gd name="connsiteY8" fmla="*/ 1618488 h 1618488"/>
              <a:gd name="connsiteX9" fmla="*/ 0 w 1618488"/>
              <a:gd name="connsiteY9" fmla="*/ 1618488 h 1618488"/>
              <a:gd name="connsiteX10" fmla="*/ 0 w 1618488"/>
              <a:gd name="connsiteY10" fmla="*/ 1469158 h 1618488"/>
              <a:gd name="connsiteX11" fmla="*/ 147204 w 1618488"/>
              <a:gd name="connsiteY11" fmla="*/ 1469158 h 1618488"/>
              <a:gd name="connsiteX12" fmla="*/ 147204 w 1618488"/>
              <a:gd name="connsiteY12" fmla="*/ 1321953 h 1618488"/>
              <a:gd name="connsiteX13" fmla="*/ 0 w 1618488"/>
              <a:gd name="connsiteY13" fmla="*/ 1321953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2283" y="1618488"/>
                </a:lnTo>
                <a:lnTo>
                  <a:pt x="292283" y="1471283"/>
                </a:lnTo>
                <a:lnTo>
                  <a:pt x="145078" y="1471283"/>
                </a:lnTo>
                <a:lnTo>
                  <a:pt x="145078" y="1618488"/>
                </a:lnTo>
                <a:lnTo>
                  <a:pt x="0" y="1618488"/>
                </a:lnTo>
                <a:lnTo>
                  <a:pt x="0" y="1469158"/>
                </a:lnTo>
                <a:lnTo>
                  <a:pt x="147204" y="1469158"/>
                </a:lnTo>
                <a:lnTo>
                  <a:pt x="147204" y="1321953"/>
                </a:lnTo>
                <a:lnTo>
                  <a:pt x="0" y="1321953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8EFA35-6731-4F3D-E745-9BD2051525B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59" name="Picture Placeholder 58">
            <a:extLst xmlns:a="http://schemas.openxmlformats.org/drawingml/2006/main">
              <a:ext uri="{FF2B5EF4-FFF2-40B4-BE49-F238E27FC236}">
                <a16:creationId xmlns:a16="http://schemas.microsoft.com/office/drawing/2014/main" id="{3D75D933-0AEC-8E20-2208-13BCA8958D9B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9925812" y="1711220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618488 h 1618488"/>
              <a:gd name="connsiteX3" fmla="*/ 1464830 w 1618488"/>
              <a:gd name="connsiteY3" fmla="*/ 1618488 h 1618488"/>
              <a:gd name="connsiteX4" fmla="*/ 1464830 w 1618488"/>
              <a:gd name="connsiteY4" fmla="*/ 1471283 h 1618488"/>
              <a:gd name="connsiteX5" fmla="*/ 1317625 w 1618488"/>
              <a:gd name="connsiteY5" fmla="*/ 1471283 h 1618488"/>
              <a:gd name="connsiteX6" fmla="*/ 1317625 w 1618488"/>
              <a:gd name="connsiteY6" fmla="*/ 1618488 h 1618488"/>
              <a:gd name="connsiteX7" fmla="*/ 0 w 1618488"/>
              <a:gd name="connsiteY7" fmla="*/ 1618488 h 1618488"/>
              <a:gd name="connsiteX8" fmla="*/ 0 w 1618488"/>
              <a:gd name="connsiteY8" fmla="*/ 147205 h 1618488"/>
              <a:gd name="connsiteX9" fmla="*/ 147205 w 1618488"/>
              <a:gd name="connsiteY9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618488"/>
                </a:lnTo>
                <a:lnTo>
                  <a:pt x="1464830" y="1618488"/>
                </a:lnTo>
                <a:lnTo>
                  <a:pt x="1464830" y="1471283"/>
                </a:lnTo>
                <a:lnTo>
                  <a:pt x="1317625" y="1471283"/>
                </a:lnTo>
                <a:lnTo>
                  <a:pt x="1317625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0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718365BF-5CD4-428D-A6FC-D404D6BFC997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7606284" y="1711220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7103 w 1618488"/>
              <a:gd name="connsiteY5" fmla="*/ 1618488 h 1618488"/>
              <a:gd name="connsiteX6" fmla="*/ 297103 w 1618488"/>
              <a:gd name="connsiteY6" fmla="*/ 1471283 h 1618488"/>
              <a:gd name="connsiteX7" fmla="*/ 149898 w 1618488"/>
              <a:gd name="connsiteY7" fmla="*/ 1471283 h 1618488"/>
              <a:gd name="connsiteX8" fmla="*/ 149898 w 1618488"/>
              <a:gd name="connsiteY8" fmla="*/ 1618488 h 1618488"/>
              <a:gd name="connsiteX9" fmla="*/ 0 w 1618488"/>
              <a:gd name="connsiteY9" fmla="*/ 1618488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7103" y="1618488"/>
                </a:lnTo>
                <a:lnTo>
                  <a:pt x="297103" y="1471283"/>
                </a:lnTo>
                <a:lnTo>
                  <a:pt x="149898" y="1471283"/>
                </a:lnTo>
                <a:lnTo>
                  <a:pt x="149898" y="1618488"/>
                </a:lnTo>
                <a:lnTo>
                  <a:pt x="0" y="1618488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7" name="Picture Placeholder 66">
            <a:extLst xmlns:a="http://schemas.openxmlformats.org/drawingml/2006/main">
              <a:ext uri="{FF2B5EF4-FFF2-40B4-BE49-F238E27FC236}">
                <a16:creationId xmlns:a16="http://schemas.microsoft.com/office/drawing/2014/main" id="{09C72878-2822-C899-7703-95FAB01A6CEF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6599244" y="4262909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8" name="Picture Placeholder 67">
            <a:extLst xmlns:a="http://schemas.openxmlformats.org/drawingml/2006/main">
              <a:ext uri="{FF2B5EF4-FFF2-40B4-BE49-F238E27FC236}">
                <a16:creationId xmlns:a16="http://schemas.microsoft.com/office/drawing/2014/main" id="{71E38E86-F889-49A1-C955-DDE68167FCCD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8976523" y="4262909"/>
            <a:ext cx="1618488" cy="1618488"/>
          </a:xfrm>
          <a:custGeom xmlns:a="http://schemas.openxmlformats.org/drawingml/2006/main">
            <a:gdLst>
              <a:gd name="connsiteX0" fmla="*/ 0 w 1618488"/>
              <a:gd name="connsiteY0" fmla="*/ 0 h 1618488"/>
              <a:gd name="connsiteX1" fmla="*/ 1471283 w 1618488"/>
              <a:gd name="connsiteY1" fmla="*/ 0 h 1618488"/>
              <a:gd name="connsiteX2" fmla="*/ 1471283 w 1618488"/>
              <a:gd name="connsiteY2" fmla="*/ 147205 h 1618488"/>
              <a:gd name="connsiteX3" fmla="*/ 1618488 w 1618488"/>
              <a:gd name="connsiteY3" fmla="*/ 147205 h 1618488"/>
              <a:gd name="connsiteX4" fmla="*/ 1618488 w 1618488"/>
              <a:gd name="connsiteY4" fmla="*/ 1618488 h 1618488"/>
              <a:gd name="connsiteX5" fmla="*/ 292283 w 1618488"/>
              <a:gd name="connsiteY5" fmla="*/ 1618488 h 1618488"/>
              <a:gd name="connsiteX6" fmla="*/ 292283 w 1618488"/>
              <a:gd name="connsiteY6" fmla="*/ 1471283 h 1618488"/>
              <a:gd name="connsiteX7" fmla="*/ 145078 w 1618488"/>
              <a:gd name="connsiteY7" fmla="*/ 1471283 h 1618488"/>
              <a:gd name="connsiteX8" fmla="*/ 145078 w 1618488"/>
              <a:gd name="connsiteY8" fmla="*/ 1618488 h 1618488"/>
              <a:gd name="connsiteX9" fmla="*/ 0 w 1618488"/>
              <a:gd name="connsiteY9" fmla="*/ 1618488 h 1618488"/>
              <a:gd name="connsiteX10" fmla="*/ 0 w 1618488"/>
              <a:gd name="connsiteY10" fmla="*/ 1469158 h 1618488"/>
              <a:gd name="connsiteX11" fmla="*/ 147204 w 1618488"/>
              <a:gd name="connsiteY11" fmla="*/ 1469158 h 1618488"/>
              <a:gd name="connsiteX12" fmla="*/ 147204 w 1618488"/>
              <a:gd name="connsiteY12" fmla="*/ 1321953 h 1618488"/>
              <a:gd name="connsiteX13" fmla="*/ 0 w 1618488"/>
              <a:gd name="connsiteY13" fmla="*/ 1321953 h 1618488"/>
            </a:gdLst>
            <a:rect l="l" t="t" r="r" b="b"/>
            <a:pathLst>
              <a:path w="1618488" h="1618488">
                <a:moveTo>
                  <a:pt x="0" y="0"/>
                </a:moveTo>
                <a:lnTo>
                  <a:pt x="1471283" y="0"/>
                </a:lnTo>
                <a:lnTo>
                  <a:pt x="1471283" y="147205"/>
                </a:lnTo>
                <a:lnTo>
                  <a:pt x="1618488" y="147205"/>
                </a:lnTo>
                <a:lnTo>
                  <a:pt x="1618488" y="1618488"/>
                </a:lnTo>
                <a:lnTo>
                  <a:pt x="292283" y="1618488"/>
                </a:lnTo>
                <a:lnTo>
                  <a:pt x="292283" y="1471283"/>
                </a:lnTo>
                <a:lnTo>
                  <a:pt x="145078" y="1471283"/>
                </a:lnTo>
                <a:lnTo>
                  <a:pt x="145078" y="1618488"/>
                </a:lnTo>
                <a:lnTo>
                  <a:pt x="0" y="1618488"/>
                </a:lnTo>
                <a:lnTo>
                  <a:pt x="0" y="1469158"/>
                </a:lnTo>
                <a:lnTo>
                  <a:pt x="147204" y="1469158"/>
                </a:lnTo>
                <a:lnTo>
                  <a:pt x="147204" y="1321953"/>
                </a:lnTo>
                <a:lnTo>
                  <a:pt x="0" y="1321953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5EC73FF-8AD8-D46B-84CB-0EAFA4918846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379841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0C2D8E7-B31D-B5AA-B910-64CA8E0925AB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79841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4" name="Picture Placeholder 53">
            <a:extLst xmlns:a="http://schemas.openxmlformats.org/drawingml/2006/main">
              <a:ext uri="{FF2B5EF4-FFF2-40B4-BE49-F238E27FC236}">
                <a16:creationId xmlns:a16="http://schemas.microsoft.com/office/drawing/2014/main" id="{9EE3DC73-2512-62FB-DCDC-68F87A9FC23B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647700" y="1711220"/>
            <a:ext cx="1618488" cy="161848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618488 h 1618488"/>
              <a:gd name="connsiteX3" fmla="*/ 1464830 w 1618488"/>
              <a:gd name="connsiteY3" fmla="*/ 1618488 h 1618488"/>
              <a:gd name="connsiteX4" fmla="*/ 1464830 w 1618488"/>
              <a:gd name="connsiteY4" fmla="*/ 1471283 h 1618488"/>
              <a:gd name="connsiteX5" fmla="*/ 1317625 w 1618488"/>
              <a:gd name="connsiteY5" fmla="*/ 1471283 h 1618488"/>
              <a:gd name="connsiteX6" fmla="*/ 1317625 w 1618488"/>
              <a:gd name="connsiteY6" fmla="*/ 1618488 h 1618488"/>
              <a:gd name="connsiteX7" fmla="*/ 0 w 1618488"/>
              <a:gd name="connsiteY7" fmla="*/ 1618488 h 1618488"/>
              <a:gd name="connsiteX8" fmla="*/ 0 w 1618488"/>
              <a:gd name="connsiteY8" fmla="*/ 147205 h 1618488"/>
              <a:gd name="connsiteX9" fmla="*/ 147205 w 1618488"/>
              <a:gd name="connsiteY9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618488"/>
                </a:lnTo>
                <a:lnTo>
                  <a:pt x="1464830" y="1618488"/>
                </a:lnTo>
                <a:lnTo>
                  <a:pt x="1464830" y="1471283"/>
                </a:lnTo>
                <a:lnTo>
                  <a:pt x="1317625" y="1471283"/>
                </a:lnTo>
                <a:lnTo>
                  <a:pt x="1317625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2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06E42B6-AC96-0E0E-8962-E97D097F30B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2697014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6194EF8-3B58-2EB7-181D-84EB7E0CA2E7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2697014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FFA2455-68DA-ECF9-8D1C-D1D7DBF366DD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5116815" y="3406837"/>
            <a:ext cx="1958371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4650455-C5A1-D3F2-EE90-EDB060E072AF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5116815" y="3665641"/>
            <a:ext cx="1958371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3BD9D4D-9C7A-E105-B788-6EB78222D487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7336069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1FA9447-797C-707A-BEDF-FD2B6D35B241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7336069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7DDA1868-329D-373A-0A54-58FB5D4BFE03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9653242" y="3406837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A55E832-0430-C4DA-2EDB-24091F435F2E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9653242" y="3665641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4705317-90A6-3A1B-9E29-F484C2A4189E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577796" y="596300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6395E6A-D5BD-CCDD-0CD0-616D25F26409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577796" y="622180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385FD8A1-08CA-2923-86C1-9D4517BC40CD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3957314" y="597201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BE2340E-295C-D716-98CC-F201EA2F833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3957314" y="623081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453088C-DB9E-7188-4674-B7339CB82861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6325980" y="596300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468F382-2017-6A90-5E91-53DB2DAB4B24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6325980" y="622180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F729790-8694-10B1-9832-49108753177B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8705960" y="5963001"/>
            <a:ext cx="2154208" cy="2429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4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20FE1FE-1D9C-59DB-385B-64C4C1FA6ADB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8705960" y="6221805"/>
            <a:ext cx="2154208" cy="18250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2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1914B1CE-417F-3835-FA98-0CA251A0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00.xml><?xml version="1.0" encoding="utf-8"?>
<p:sldLayout xmlns:p="http://schemas.openxmlformats.org/presentationml/2006/main" showMasterSp="0" preserve="1" userDrawn="1">
  <p:cSld name="2_Title-Blocks + Photo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8d3d1aaaf41ed">
            <a:extLst>
              <a:ext uri="{96DAC541-7B7A-43D3-8B79-37D633B846F1}">
                <asvg:svgBlip xmlns:asvg="http://schemas.microsoft.com/office/drawing/2016/SVG/main" r:embed="R7d387e5f2c4b4b9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0331" y="614201"/>
            <a:ext cx="1402080" cy="701040"/>
          </a:xfrm>
          <a:prstGeom xmlns:a="http://schemas.openxmlformats.org/drawingml/2006/main" prst="rect">
            <a:avLst/>
          </a:prstGeom>
        </p:spPr>
      </p:pic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4B4AED13-CDCA-35B1-2C9E-097B1E2C393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169848" y="0"/>
            <a:ext cx="7022152" cy="6858000"/>
          </a:xfrm>
          <a:custGeom xmlns:a="http://schemas.openxmlformats.org/drawingml/2006/main">
            <a:gdLst>
              <a:gd name="connsiteX0" fmla="*/ 0 w 7022152"/>
              <a:gd name="connsiteY0" fmla="*/ 1720850 h 6858000"/>
              <a:gd name="connsiteX1" fmla="*/ 855133 w 7022152"/>
              <a:gd name="connsiteY1" fmla="*/ 1720850 h 6858000"/>
              <a:gd name="connsiteX2" fmla="*/ 855133 w 7022152"/>
              <a:gd name="connsiteY2" fmla="*/ 2578100 h 6858000"/>
              <a:gd name="connsiteX3" fmla="*/ 0 w 7022152"/>
              <a:gd name="connsiteY3" fmla="*/ 2578100 h 6858000"/>
              <a:gd name="connsiteX4" fmla="*/ 2565400 w 7022152"/>
              <a:gd name="connsiteY4" fmla="*/ 0 h 6858000"/>
              <a:gd name="connsiteX5" fmla="*/ 7022152 w 7022152"/>
              <a:gd name="connsiteY5" fmla="*/ 0 h 6858000"/>
              <a:gd name="connsiteX6" fmla="*/ 7022152 w 7022152"/>
              <a:gd name="connsiteY6" fmla="*/ 6858000 h 6858000"/>
              <a:gd name="connsiteX7" fmla="*/ 1710267 w 7022152"/>
              <a:gd name="connsiteY7" fmla="*/ 6858000 h 6858000"/>
              <a:gd name="connsiteX8" fmla="*/ 1710267 w 7022152"/>
              <a:gd name="connsiteY8" fmla="*/ 3435350 h 6858000"/>
              <a:gd name="connsiteX9" fmla="*/ 855133 w 7022152"/>
              <a:gd name="connsiteY9" fmla="*/ 3435350 h 6858000"/>
              <a:gd name="connsiteX10" fmla="*/ 855133 w 7022152"/>
              <a:gd name="connsiteY10" fmla="*/ 2578100 h 6858000"/>
              <a:gd name="connsiteX11" fmla="*/ 1710267 w 7022152"/>
              <a:gd name="connsiteY11" fmla="*/ 2578100 h 6858000"/>
              <a:gd name="connsiteX12" fmla="*/ 1710267 w 7022152"/>
              <a:gd name="connsiteY12" fmla="*/ 857250 h 6858000"/>
              <a:gd name="connsiteX13" fmla="*/ 2565400 w 7022152"/>
              <a:gd name="connsiteY13" fmla="*/ 857250 h 6858000"/>
            </a:gdLst>
            <a:rect l="l" t="t" r="r" b="b"/>
            <a:pathLst>
              <a:path w="7022152" h="6858000">
                <a:moveTo>
                  <a:pt x="0" y="1720850"/>
                </a:moveTo>
                <a:lnTo>
                  <a:pt x="855133" y="1720850"/>
                </a:lnTo>
                <a:lnTo>
                  <a:pt x="855133" y="2578100"/>
                </a:lnTo>
                <a:lnTo>
                  <a:pt x="0" y="2578100"/>
                </a:lnTo>
                <a:close/>
                <a:moveTo>
                  <a:pt x="2565400" y="0"/>
                </a:moveTo>
                <a:lnTo>
                  <a:pt x="7022152" y="0"/>
                </a:lnTo>
                <a:lnTo>
                  <a:pt x="7022152" y="6858000"/>
                </a:lnTo>
                <a:lnTo>
                  <a:pt x="1710267" y="6858000"/>
                </a:lnTo>
                <a:lnTo>
                  <a:pt x="1710267" y="3435350"/>
                </a:lnTo>
                <a:lnTo>
                  <a:pt x="855133" y="3435350"/>
                </a:lnTo>
                <a:lnTo>
                  <a:pt x="855133" y="2578100"/>
                </a:lnTo>
                <a:lnTo>
                  <a:pt x="1710267" y="2578100"/>
                </a:lnTo>
                <a:lnTo>
                  <a:pt x="1710267" y="857250"/>
                </a:lnTo>
                <a:lnTo>
                  <a:pt x="2565400" y="8572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algn="r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  <a:p xmlns:a="http://schemas.openxmlformats.org/drawingml/2006/main">
            <a:r>
              <a:t>Click to add picture, then send to back</a:t>
            </a:r>
          </a:p>
        </p:txBody>
      </p:sp>
      <p:sp>
        <p:nvSpPr>
          <p:cNvPr id="2" name="Rectangle">
            <a:extLst xmlns:a="http://schemas.openxmlformats.org/drawingml/2006/main">
              <a:ext uri="{FF2B5EF4-FFF2-40B4-BE49-F238E27FC236}">
                <a16:creationId xmlns:a16="http://schemas.microsoft.com/office/drawing/2014/main" id="{F50185D1-C33F-ABCD-523E-528059B2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E9E46F8B-4BE4-7711-0B9C-9A66F2EDAE3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10331" y="2597215"/>
            <a:ext cx="5485669" cy="154510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algn="l">
              <a:buNone/>
              <a:defRPr sz="6000" spc="-15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DLA Contract Quality Review</a:t>
            </a:r>
          </a:p>
        </p:txBody>
      </p:sp>
      <p:sp>
        <p:nvSpPr>
          <p:cNvPr id="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7841A637-05DC-316A-97D9-588FEB39D79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10331" y="4285794"/>
            <a:ext cx="5485669" cy="29392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 spc="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UiPath</a:t>
            </a:r>
          </a:p>
        </p:txBody>
      </p:sp>
      <p:sp>
        <p:nvSpPr>
          <p:cNvPr id="8" name="Presentation subtitle goes here.">
            <a:extLst xmlns:a="http://schemas.openxmlformats.org/drawingml/2006/main">
              <a:ext uri="{FF2B5EF4-FFF2-40B4-BE49-F238E27FC236}">
                <a16:creationId xmlns:a16="http://schemas.microsoft.com/office/drawing/2014/main" id="{BAF05DF1-2884-9347-633A-CEB2E02CD73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10331" y="5850764"/>
            <a:ext cx="5510631" cy="630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ts val="1000"/>
              </a:lnSpc>
              <a:spcBef>
                <a:spcPts val="0"/>
              </a:spcBef>
              <a:buNone/>
              <a:tabLst>
                <a:tab pos="2222500" algn="l"/>
              </a:tabLst>
              <a:defRPr sz="1000" spc="-25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UiPath</a:t>
            </a:r>
          </a:p>
        </p:txBody>
      </p:sp>
    </p:spTree>
  </p:cSld>
  <p:hf hdr="0" ftr="0" dt="0"/>
</p:sldLayout>
</file>

<file path=ppt/slideLayouts/slideLayout101.xml><?xml version="1.0" encoding="utf-8"?>
<p:sldLayout xmlns:p="http://schemas.openxmlformats.org/presentationml/2006/main" preserve="1" userDrawn="1">
  <p:cSld name="Agenda-Five Topics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164048a7443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948971">
            <a:off x="7509267" y="-336040"/>
            <a:ext cx="7624897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F88AD5-E949-4AE1-8644-686DA8A505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520CDC1-6B09-D5D5-2CF2-E87A08C913E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81099" y="132238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825A02C-3FA0-0624-DE53-C67CC230DCB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81099" y="2348800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0D1A9AB-E45B-72D5-E442-2E623291A75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81099" y="3375212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FFD6734-A0C3-BE10-5DD0-416382B3D04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99" y="4401624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FE891857-BFD1-0511-117F-6C5B0254477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575210" y="1322388"/>
            <a:ext cx="5416552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agenda or list item; ## at left is editable.</a:t>
            </a:r>
          </a:p>
        </p:txBody>
      </p:sp>
      <p:sp>
        <p:nvSpPr>
          <p:cNvPr id="12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63A409E0-38D8-CF6D-EAD0-5A31FA837A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575210" y="2348800"/>
            <a:ext cx="5416552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3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7E398C9E-702E-C7FF-4DC7-0F3BB252BC1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575210" y="3375212"/>
            <a:ext cx="5416552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4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2E24ADF5-99FC-2682-D908-735C92327D28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575210" y="5428038"/>
            <a:ext cx="5416552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7ED5867F-C3D5-3F42-E4EF-3E02F4E2E05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81099" y="542803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4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4BB7BC48-C500-2C01-33F8-9168C5E7F928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575210" y="4401624"/>
            <a:ext cx="5416552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EF6FF38-D6C0-7D76-B48B-E1DFFDC5270C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15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34B958B-522D-00C3-0226-BC0E85B8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02.xml><?xml version="1.0" encoding="utf-8"?>
<p:sldLayout xmlns:p="http://schemas.openxmlformats.org/presentationml/2006/main" preserve="1" userDrawn="1">
  <p:cSld name="Agenda-Ten Topics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fa8a645f846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2943788" y="-4509200"/>
            <a:ext cx="7624897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F88AD5-E949-4AE1-8644-686DA8A505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520CDC1-6B09-D5D5-2CF2-E87A08C913E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81099" y="132238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825A02C-3FA0-0624-DE53-C67CC230DCB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81099" y="2348800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0D1A9AB-E45B-72D5-E442-2E623291A75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81099" y="3375212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FFD6734-A0C3-BE10-5DD0-416382B3D04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99" y="4401624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FE891857-BFD1-0511-117F-6C5B0254477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575210" y="1322388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agenda or list item; ## at left is editable.</a:t>
            </a:r>
          </a:p>
        </p:txBody>
      </p:sp>
      <p:sp>
        <p:nvSpPr>
          <p:cNvPr id="12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63A409E0-38D8-CF6D-EAD0-5A31FA837A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575210" y="2348800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3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7E398C9E-702E-C7FF-4DC7-0F3BB252BC1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575210" y="3375212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4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2E24ADF5-99FC-2682-D908-735C92327D28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575210" y="5428038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7ED5867F-C3D5-3F42-E4EF-3E02F4E2E05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81099" y="542803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4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4BB7BC48-C500-2C01-33F8-9168C5E7F928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575210" y="4401624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3786B00-3544-5C3A-F913-77BEA5354C8B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386483" y="132238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3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49CF4EB-C719-6BBC-210E-FC4181B1D6A9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386483" y="2348800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3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00AF3BB-A50C-E8E7-05B3-567C5552DBF6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6386483" y="3375212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3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303A804-7733-D272-C36E-C08586FF65AB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6386483" y="4401624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37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3B0D31D7-9231-8F2D-DC0C-309EC6852E68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7580594" y="1322388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8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743F4806-F853-D743-6E31-A85F86E7F5B0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7580594" y="2348800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9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1064F175-90F5-DD52-6F97-1EBCF6808C4D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7580594" y="3375212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40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E8518DCC-95A3-C5A9-DC0F-651267311958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7580594" y="5428038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4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A43D721-A2F4-7827-E514-26B05F9B45C5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6386483" y="5428038"/>
            <a:ext cx="838418" cy="7822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3600" b="1" i="0" spc="-15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42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C5A3108E-259D-2A27-34D2-6A1EA6B1B8E1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7580594" y="4401624"/>
            <a:ext cx="4232466" cy="78638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000" spc="0"/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98E8538-CC55-5C19-7A53-3BBBA7501FF2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103.xml><?xml version="1.0" encoding="utf-8"?>
<p:sldLayout xmlns:p="http://schemas.openxmlformats.org/presentationml/2006/main" preserve="1" userDrawn="1">
  <p:cSld name="Agenda/Topic slide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DFAE0E-AD2A-DE43-D325-50AD9027E66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978F29F-2A5F-D709-A046-DAFCF617678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00" y="2908060"/>
            <a:ext cx="2523744" cy="310215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Add text here; number above is editable.  Use number format 01, 02, etc.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AFCC4D41-5ABD-BFFF-1214-BC8B7867088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349752" y="2908060"/>
            <a:ext cx="2523744" cy="310215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6359C36-DD63-0BAE-4FFE-8DC4243A42F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318504" y="2908060"/>
            <a:ext cx="2523744" cy="310215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3244C3F-EB26-094B-BF32-315C079BBA2B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287255" y="2908060"/>
            <a:ext cx="2523744" cy="310215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D20E8D51-D2EE-930A-4C37-4AAF259C59DB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81000" y="1543250"/>
            <a:ext cx="2523745" cy="1327843"/>
          </a:xfrm>
        </p:spPr>
        <p:txBody>
          <a:bodyPr xmlns:a="http://schemas.openxmlformats.org/drawingml/2006/main" wrap="square" lIns="0" anchor="b">
            <a:noAutofit/>
          </a:bodyPr>
          <a:lstStyle xmlns:a="http://schemas.openxmlformats.org/drawingml/2006/main">
            <a:lvl1pPr marL="0" indent="0">
              <a:buNone/>
              <a:defRPr sz="8600" b="1" i="0" spc="-1000" baseline="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r>
              <a:t>##</a:t>
            </a:r>
          </a:p>
        </p:txBody>
      </p:sp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B7C53936-8680-708D-3DFB-A9D44CF46EFF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349752" y="1543250"/>
            <a:ext cx="2523745" cy="1327843"/>
          </a:xfrm>
        </p:spPr>
        <p:txBody>
          <a:bodyPr xmlns:a="http://schemas.openxmlformats.org/drawingml/2006/main" wrap="square" lIns="0" anchor="b">
            <a:noAutofit/>
          </a:bodyPr>
          <a:lstStyle xmlns:a="http://schemas.openxmlformats.org/drawingml/2006/main">
            <a:lvl1pPr marL="0" indent="0">
              <a:buNone/>
              <a:defRPr sz="8600" b="1" i="0" spc="-1000" baseline="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8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C7F86B1-9D3F-7041-5C0C-861686B41BB1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319289" y="1543250"/>
            <a:ext cx="2523745" cy="1327843"/>
          </a:xfrm>
        </p:spPr>
        <p:txBody>
          <a:bodyPr xmlns:a="http://schemas.openxmlformats.org/drawingml/2006/main" wrap="square" lIns="0" anchor="b">
            <a:noAutofit/>
          </a:bodyPr>
          <a:lstStyle xmlns:a="http://schemas.openxmlformats.org/drawingml/2006/main">
            <a:lvl1pPr marL="0" indent="0">
              <a:buNone/>
              <a:defRPr sz="8600" b="1" i="0" spc="-1000" baseline="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11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05BFE26-F03E-A400-1A61-EBB99F202572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9288826" y="1543250"/>
            <a:ext cx="2523745" cy="1327843"/>
          </a:xfrm>
        </p:spPr>
        <p:txBody>
          <a:bodyPr xmlns:a="http://schemas.openxmlformats.org/drawingml/2006/main" wrap="square" lIns="0" anchor="b">
            <a:noAutofit/>
          </a:bodyPr>
          <a:lstStyle xmlns:a="http://schemas.openxmlformats.org/drawingml/2006/main">
            <a:lvl1pPr marL="0" indent="0">
              <a:buNone/>
              <a:defRPr sz="8600" b="1" i="0" spc="-1000" baseline="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sp>
        <p:nvSpPr>
          <p:cNvPr id="3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000AFE1-7DA1-C75A-7727-71F01F790BFF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pic>
        <p:nvPicPr>
          <p:cNvPr id="32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5fa1a747245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-4422648" y="3087240"/>
            <a:ext cx="7772400" cy="6571848"/>
          </a:xfrm>
          <a:prstGeom xmlns:a="http://schemas.openxmlformats.org/drawingml/2006/main" prst="rect">
            <a:avLst/>
          </a:prstGeom>
        </p:spPr>
      </p:pic>
      <p:pic>
        <p:nvPicPr>
          <p:cNvPr id="3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5fa1a747245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8553993" y="3986908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12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F543ADE-4367-1870-6139-582AED58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04.xml><?xml version="1.0" encoding="utf-8"?>
<p:sldLayout xmlns:p="http://schemas.openxmlformats.org/presentationml/2006/main" showMasterSp="0" preserve="1" userDrawn="1">
  <p:cSld name="Section Slide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0376C9-2356-22A6-5441-84E77464B55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41470" y="4961744"/>
            <a:ext cx="8829198" cy="92471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3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4FD67D-7BA3-C2D7-4395-16F69E74CF6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41470" y="5934077"/>
            <a:ext cx="8829198" cy="34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2000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text</a:t>
            </a:r>
          </a:p>
        </p:txBody>
      </p:sp>
      <p:pic>
        <p:nvPicPr>
          <p:cNvPr id="1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90bb2617e4b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09330" y="362285"/>
            <a:ext cx="836071" cy="417600"/>
          </a:xfrm>
          <a:prstGeom xmlns:a="http://schemas.openxmlformats.org/drawingml/2006/main" prst="rect">
            <a:avLst/>
          </a:prstGeom>
        </p:spPr>
      </p:pic>
      <p:sp>
        <p:nvSpPr>
          <p:cNvPr id="1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B7E74FEA-39CD-808A-C76E-456383CF322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46020" y="2973674"/>
            <a:ext cx="3169505" cy="1988070"/>
          </a:xfrm>
        </p:spPr>
        <p:txBody>
          <a:bodyPr xmlns:a="http://schemas.openxmlformats.org/drawingml/2006/main" wrap="none" lIns="0" anchor="ctr">
            <a:noAutofit/>
          </a:bodyPr>
          <a:lstStyle xmlns:a="http://schemas.openxmlformats.org/drawingml/2006/main">
            <a:lvl1pPr marL="0" indent="0">
              <a:buNone/>
              <a:defRPr sz="17500" b="1" i="0" spc="-2000" baseline="0">
                <a:solidFill>
                  <a:schemeClr val="accent2"/>
                </a:solidFill>
                <a:latin typeface="Arial Black"/>
                <a:ea typeface="Arial Black"/>
                <a:cs typeface="Arial Black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##</a:t>
            </a:r>
          </a:p>
        </p:txBody>
      </p:sp>
      <p:pic>
        <p:nvPicPr>
          <p:cNvPr id="20" name="Graphic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e5a1e1eb14d94">
            <a:extLst>
              <a:ext uri="{96DAC541-7B7A-43D3-8B79-37D633B846F1}">
                <asvg:svgBlip xmlns:asvg="http://schemas.microsoft.com/office/drawing/2016/SVG/main" r:embed="Rff0708c69f984f8b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24590" y="5461000"/>
            <a:ext cx="1801706" cy="1206500"/>
          </a:xfrm>
          <a:prstGeom xmlns:a="http://schemas.openxmlformats.org/drawingml/2006/main" prst="rect">
            <a:avLst/>
          </a:prstGeom>
        </p:spPr>
      </p:pic>
      <p:sp>
        <p:nvSpPr>
          <p:cNvPr id="8" name="Rectangle">
            <a:extLst xmlns:a="http://schemas.openxmlformats.org/drawingml/2006/main">
              <a:ext uri="{FF2B5EF4-FFF2-40B4-BE49-F238E27FC236}">
                <a16:creationId xmlns:a16="http://schemas.microsoft.com/office/drawing/2014/main" id="{9FFAF51B-59B3-409A-0469-39EDEF33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</p:spTree>
  </p:cSld>
  <p:hf hdr="0" ftr="0" dt="0"/>
</p:sldLayout>
</file>

<file path=ppt/slideLayouts/slideLayout105.xml><?xml version="1.0" encoding="utf-8"?>
<p:sldLayout xmlns:p="http://schemas.openxmlformats.org/presentationml/2006/main" preserve="1" userDrawn="1">
  <p:cSld name="One Column Content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c2e989ab24c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1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201f5c6b041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9B9A595-1DF8-831F-0E8F-CACAD549B13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0" y="1821626"/>
            <a:ext cx="10193983" cy="461977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227EE4-DCAF-FE08-AE3E-E91A0BDBD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A7570823-0086-B5AF-DE53-521BC64B81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7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45ED6F52-F1E3-DD31-4B8F-D6B9F54DABB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00" y="1360555"/>
            <a:ext cx="10193982" cy="361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200" b="1" spc="0" baseline="0"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8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13D91BB2-6997-4641-3821-DAF25960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06.xml><?xml version="1.0" encoding="utf-8"?>
<p:sldLayout xmlns:p="http://schemas.openxmlformats.org/presentationml/2006/main" preserve="1" userDrawn="1">
  <p:cSld name="Two Column Content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28cd1671448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1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b359baaac45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34AF4D-024E-9970-6233-003A1B10F31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436C617-602D-6D26-8627-2A45477594B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0" y="1823027"/>
            <a:ext cx="5524501" cy="382728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3BAAD7A-1842-B070-1699-D06503BBF8EC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286501" y="1823027"/>
            <a:ext cx="5534389" cy="382728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AD2AD9-0A39-15D0-98BD-74DF6725D6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A23CA2C3-0F06-86A4-D9AA-56C03974B50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00" y="1360555"/>
            <a:ext cx="5524500" cy="361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200" b="1" spc="0" baseline="0"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8DAF621-99E5-197D-63DA-8AEFF4DBE12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286502" y="1360555"/>
            <a:ext cx="5534387" cy="361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200" b="1" spc="0" baseline="0"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8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B6AAF94-1D74-F62C-2B92-58CF5650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07.xml><?xml version="1.0" encoding="utf-8"?>
<p:sldLayout xmlns:p="http://schemas.openxmlformats.org/presentationml/2006/main" preserve="1" userDrawn="1">
  <p:cSld name="Three Column Content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661a0a797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cdf86aa214b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2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EFCBBFC1-DBA9-47B0-8B7C-C8EF0A6DD6E6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280665" y="1384314"/>
            <a:ext cx="3628027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0983EFC-9FEF-46E8-9574-59C9D66F27CD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8182101" y="1384314"/>
            <a:ext cx="3628800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27AFD46-0A5D-43AC-A0F5-91BC9C4AE60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11ACB4-94FA-B33D-33AB-2FD1795BAE3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3729" y="1753387"/>
            <a:ext cx="3628800" cy="16756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2DE955-1B49-6E3A-31EA-24CE8BC2D2C2}"/>
              </a:ext>
            </a:extLst>
          </p:cNvPr>
          <p:cNvSpPr>
            <a:spLocks xmlns:a="http://schemas.openxmlformats.org/drawingml/2006/main" noGrp="1"/>
          </p:cNvSpPr>
          <p:nvPr>
            <p:ph idx="24" hasCustomPrompt="1"/>
          </p:nvPr>
        </p:nvSpPr>
        <p:spPr>
          <a:xfrm xmlns:a="http://schemas.openxmlformats.org/drawingml/2006/main">
            <a:off x="4293295" y="1753387"/>
            <a:ext cx="3615397" cy="16756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759764-A477-E70A-691C-BEE877A6BAA9}"/>
              </a:ext>
            </a:extLst>
          </p:cNvPr>
          <p:cNvSpPr>
            <a:spLocks xmlns:a="http://schemas.openxmlformats.org/drawingml/2006/main" noGrp="1"/>
          </p:cNvSpPr>
          <p:nvPr>
            <p:ph idx="25" hasCustomPrompt="1"/>
          </p:nvPr>
        </p:nvSpPr>
        <p:spPr>
          <a:xfrm xmlns:a="http://schemas.openxmlformats.org/drawingml/2006/main">
            <a:off x="8183880" y="1753387"/>
            <a:ext cx="3626249" cy="16756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DB369B1-99A9-9A3B-A823-59B20E2F7F78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4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91DF723-ACC5-FBB0-178C-D316E33C7E2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099" y="1384314"/>
            <a:ext cx="3628800" cy="276999"/>
          </a:xfrm>
        </p:spPr>
        <p:txBody>
          <a:bodyPr xmlns:a="http://schemas.openxmlformats.org/drawingml/2006/main" wrap="square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B8B1C08-2324-668B-58AA-189A0DF5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08.xml><?xml version="1.0" encoding="utf-8"?>
<p:sldLayout xmlns:p="http://schemas.openxmlformats.org/presentationml/2006/main" preserve="1" userDrawn="1">
  <p:cSld name="Four Column Content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beba9b3b448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3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1151cae9c43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2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BF14531-4635-4BAC-8BFB-80B5D5B93B76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099" y="1384314"/>
            <a:ext cx="2739600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5DED9890-AE6A-4175-A2D3-94CD8046DE11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3279096" y="1384314"/>
            <a:ext cx="2737695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7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5B79AD3-9CCE-4AA6-A9B4-5F9A43BC7813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6177092" y="1384314"/>
            <a:ext cx="2737695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9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2AD1F5CB-9325-407F-A82E-AD63D7DB55BC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9058603" y="1384314"/>
            <a:ext cx="2752298" cy="276999"/>
          </a:xfrm>
        </p:spPr>
        <p:txBody>
          <a:bodyPr xmlns:a="http://schemas.openxmlformats.org/drawingml/2006/main" wrap="square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A4D9F3-C7D9-43F2-953A-454ACDC677E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B6D97E-62E7-F7F5-E46B-2298B00F5F0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3731" y="1753386"/>
            <a:ext cx="2737696" cy="448664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AE90A48-FB44-6D04-9E12-3E811ADBA479}"/>
              </a:ext>
            </a:extLst>
          </p:cNvPr>
          <p:cNvSpPr>
            <a:spLocks xmlns:a="http://schemas.openxmlformats.org/drawingml/2006/main" noGrp="1"/>
          </p:cNvSpPr>
          <p:nvPr>
            <p:ph idx="26" hasCustomPrompt="1"/>
          </p:nvPr>
        </p:nvSpPr>
        <p:spPr>
          <a:xfrm xmlns:a="http://schemas.openxmlformats.org/drawingml/2006/main">
            <a:off x="3277608" y="1753386"/>
            <a:ext cx="2737696" cy="448664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568C5F9-F45F-847B-8596-03B381AAE52F}"/>
              </a:ext>
            </a:extLst>
          </p:cNvPr>
          <p:cNvSpPr>
            <a:spLocks xmlns:a="http://schemas.openxmlformats.org/drawingml/2006/main" noGrp="1"/>
          </p:cNvSpPr>
          <p:nvPr>
            <p:ph idx="27" hasCustomPrompt="1"/>
          </p:nvPr>
        </p:nvSpPr>
        <p:spPr>
          <a:xfrm xmlns:a="http://schemas.openxmlformats.org/drawingml/2006/main">
            <a:off x="6177091" y="1753386"/>
            <a:ext cx="2737696" cy="448664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B2B0D5C-62A3-F7A9-C7DE-10BE8EB8D0D4}"/>
              </a:ext>
            </a:extLst>
          </p:cNvPr>
          <p:cNvSpPr>
            <a:spLocks xmlns:a="http://schemas.openxmlformats.org/drawingml/2006/main" noGrp="1"/>
          </p:cNvSpPr>
          <p:nvPr>
            <p:ph idx="28" hasCustomPrompt="1"/>
          </p:nvPr>
        </p:nvSpPr>
        <p:spPr>
          <a:xfrm xmlns:a="http://schemas.openxmlformats.org/drawingml/2006/main">
            <a:off x="9064580" y="1753386"/>
            <a:ext cx="2737694" cy="448664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80A0927-7010-A9FF-B4C2-8AB57019AAF4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6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24D9BC2-E984-C9DC-5999-18493FDB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09.xml><?xml version="1.0" encoding="utf-8"?>
<p:sldLayout xmlns:p="http://schemas.openxmlformats.org/presentationml/2006/main" preserve="1" userDrawn="1">
  <p:cSld name="Five Column Content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8ba343c594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3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7592e9c884f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2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BF14531-4635-4BAC-8BFB-80B5D5B93B76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100" y="1412014"/>
            <a:ext cx="2138400" cy="2492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9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2472D317-8C7C-4435-97B7-AD733CBE008E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2702313" y="1412014"/>
            <a:ext cx="2138400" cy="2492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1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7C950CA8-931F-42EC-8D1C-684B10BA33DF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5023525" y="1412014"/>
            <a:ext cx="2138400" cy="2492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1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CFB36ED7-BBFD-4DB9-9421-F9BE8CD07C55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7344738" y="1412014"/>
            <a:ext cx="2138400" cy="2492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D6519DA7-2099-4BBE-BC01-9482B3B5413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9676314" y="1412014"/>
            <a:ext cx="2131345" cy="249299"/>
          </a:xfrm>
        </p:spPr>
        <p:txBody>
          <a:bodyPr xmlns:a="http://schemas.openxmlformats.org/drawingml/2006/main" wrap="square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BDFC327-60D5-4420-B53E-212D6DE4887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A7882C4-C13B-778D-EC79-E04DE64A767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3730" y="1753386"/>
            <a:ext cx="2138400" cy="31200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B3709E8-CE64-6D9F-DBD4-679E92CB1CB8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815D66F-0B7B-034D-F198-C9DBBA63A55D}"/>
              </a:ext>
            </a:extLst>
          </p:cNvPr>
          <p:cNvSpPr>
            <a:spLocks xmlns:a="http://schemas.openxmlformats.org/drawingml/2006/main" noGrp="1"/>
          </p:cNvSpPr>
          <p:nvPr>
            <p:ph idx="34" hasCustomPrompt="1"/>
          </p:nvPr>
        </p:nvSpPr>
        <p:spPr>
          <a:xfrm xmlns:a="http://schemas.openxmlformats.org/drawingml/2006/main">
            <a:off x="2696959" y="1753386"/>
            <a:ext cx="2138400" cy="31200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58610FB-47AA-D94A-B9DE-CF2D5D231AA9}"/>
              </a:ext>
            </a:extLst>
          </p:cNvPr>
          <p:cNvSpPr>
            <a:spLocks xmlns:a="http://schemas.openxmlformats.org/drawingml/2006/main" noGrp="1"/>
          </p:cNvSpPr>
          <p:nvPr>
            <p:ph idx="35" hasCustomPrompt="1"/>
          </p:nvPr>
        </p:nvSpPr>
        <p:spPr>
          <a:xfrm xmlns:a="http://schemas.openxmlformats.org/drawingml/2006/main">
            <a:off x="5025293" y="1753386"/>
            <a:ext cx="2138400" cy="31200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9AEA758-F24F-B872-9BC7-1EB9D8F78F74}"/>
              </a:ext>
            </a:extLst>
          </p:cNvPr>
          <p:cNvSpPr>
            <a:spLocks xmlns:a="http://schemas.openxmlformats.org/drawingml/2006/main" noGrp="1"/>
          </p:cNvSpPr>
          <p:nvPr>
            <p:ph idx="36" hasCustomPrompt="1"/>
          </p:nvPr>
        </p:nvSpPr>
        <p:spPr>
          <a:xfrm xmlns:a="http://schemas.openxmlformats.org/drawingml/2006/main">
            <a:off x="7328226" y="1753386"/>
            <a:ext cx="2138400" cy="31200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B6737F-D664-73BF-0485-E0C4D3753723}"/>
              </a:ext>
            </a:extLst>
          </p:cNvPr>
          <p:cNvSpPr>
            <a:spLocks xmlns:a="http://schemas.openxmlformats.org/drawingml/2006/main" noGrp="1"/>
          </p:cNvSpPr>
          <p:nvPr>
            <p:ph idx="37" hasCustomPrompt="1"/>
          </p:nvPr>
        </p:nvSpPr>
        <p:spPr>
          <a:xfrm xmlns:a="http://schemas.openxmlformats.org/drawingml/2006/main">
            <a:off x="9669259" y="1753386"/>
            <a:ext cx="2138400" cy="31200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>
              <a:buNone/>
              <a:defRPr sz="14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E58539B-B4B3-2E45-9A9A-3C58E438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10.xml><?xml version="1.0" encoding="utf-8"?>
<p:sldLayout xmlns:p="http://schemas.openxmlformats.org/presentationml/2006/main" preserve="1" userDrawn="1">
  <p:cSld name="Six Column Content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ab309853e44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3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d9eaffa3f4d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21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BABC588-5798-4369-86EA-9B137E4E1DB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100" y="1384314"/>
            <a:ext cx="3614400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EFCBBFC1-DBA9-47B0-8B7C-C8EF0A6DD6E6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289390" y="1384314"/>
            <a:ext cx="3615616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0983EFC-9FEF-46E8-9574-59C9D66F27CD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8197680" y="1384314"/>
            <a:ext cx="3615616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3433CE7C-F359-47A8-841D-14982B8C8FE6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381100" y="4044052"/>
            <a:ext cx="3615616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2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3B24EDE4-1DE9-4DA3-A5DE-8AA56EA30F8A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4289390" y="4044052"/>
            <a:ext cx="3615616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753DB1F1-4AE8-4CB2-9862-800506C55B58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8197680" y="4044052"/>
            <a:ext cx="3615616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CE697B4-F430-4CA7-935A-2F894B6230E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F804C0-5265-CF0E-3CB1-467E0A3D080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3731" y="1753386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For bulleted list, hit return and click on “bullet-indent” icon in tool bar. For other kinds of content, click on an icon below.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E56F9F-48BA-82AE-8115-CF9C80668CA4}"/>
              </a:ext>
            </a:extLst>
          </p:cNvPr>
          <p:cNvSpPr>
            <a:spLocks xmlns:a="http://schemas.openxmlformats.org/drawingml/2006/main" noGrp="1"/>
          </p:cNvSpPr>
          <p:nvPr>
            <p:ph idx="30" hasCustomPrompt="1"/>
          </p:nvPr>
        </p:nvSpPr>
        <p:spPr>
          <a:xfrm xmlns:a="http://schemas.openxmlformats.org/drawingml/2006/main">
            <a:off x="4289390" y="1753386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64D2BD6-C61F-9A56-33BA-B44D7F53EBA3}"/>
              </a:ext>
            </a:extLst>
          </p:cNvPr>
          <p:cNvSpPr>
            <a:spLocks xmlns:a="http://schemas.openxmlformats.org/drawingml/2006/main" noGrp="1"/>
          </p:cNvSpPr>
          <p:nvPr>
            <p:ph idx="31" hasCustomPrompt="1"/>
          </p:nvPr>
        </p:nvSpPr>
        <p:spPr>
          <a:xfrm xmlns:a="http://schemas.openxmlformats.org/drawingml/2006/main">
            <a:off x="8201300" y="1753386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EDD99AB-7F58-465A-8EF8-8315B96EE96D}"/>
              </a:ext>
            </a:extLst>
          </p:cNvPr>
          <p:cNvSpPr>
            <a:spLocks xmlns:a="http://schemas.openxmlformats.org/drawingml/2006/main" noGrp="1"/>
          </p:cNvSpPr>
          <p:nvPr>
            <p:ph idx="32" hasCustomPrompt="1"/>
          </p:nvPr>
        </p:nvSpPr>
        <p:spPr>
          <a:xfrm xmlns:a="http://schemas.openxmlformats.org/drawingml/2006/main">
            <a:off x="393731" y="4416199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D1FF061-B256-5F58-173E-63F4C841938E}"/>
              </a:ext>
            </a:extLst>
          </p:cNvPr>
          <p:cNvSpPr>
            <a:spLocks xmlns:a="http://schemas.openxmlformats.org/drawingml/2006/main" noGrp="1"/>
          </p:cNvSpPr>
          <p:nvPr>
            <p:ph idx="33" hasCustomPrompt="1"/>
          </p:nvPr>
        </p:nvSpPr>
        <p:spPr>
          <a:xfrm xmlns:a="http://schemas.openxmlformats.org/drawingml/2006/main">
            <a:off x="4289390" y="4416199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4F111D-796B-228C-9C93-D26FB3D4FD46}"/>
              </a:ext>
            </a:extLst>
          </p:cNvPr>
          <p:cNvSpPr>
            <a:spLocks xmlns:a="http://schemas.openxmlformats.org/drawingml/2006/main" noGrp="1"/>
          </p:cNvSpPr>
          <p:nvPr>
            <p:ph idx="34" hasCustomPrompt="1"/>
          </p:nvPr>
        </p:nvSpPr>
        <p:spPr>
          <a:xfrm xmlns:a="http://schemas.openxmlformats.org/drawingml/2006/main">
            <a:off x="8201300" y="4416199"/>
            <a:ext cx="3614400" cy="180501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63DAD0-A5EB-B549-9982-131ED4CEF1E8}"/>
              </a:ext>
            </a:extLst>
          </p:cNvPr>
          <p:cNvSpPr>
            <a:spLocks xmlns:a="http://schemas.openxmlformats.org/drawingml/2006/main" noGrp="1"/>
          </p:cNvSpPr>
          <p:nvPr>
            <p:ph type="sldNum" idx="3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5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3D429F5-98C8-7EF9-C7ED-FCEE9871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11.xml><?xml version="1.0" encoding="utf-8"?>
<p:sldLayout xmlns:p="http://schemas.openxmlformats.org/presentationml/2006/main" preserve="1" userDrawn="1">
  <p:cSld name="Two Column Content-brand-colors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65259ffce4b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c8f498b5046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34AF4D-024E-9970-6233-003A1B10F31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AD2AD9-0A39-15D0-98BD-74DF6725D6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A23CA2C3-0F06-86A4-D9AA-56C03974B50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381000" y="1360555"/>
            <a:ext cx="5524500" cy="361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200" b="1" spc="-150" baseline="0"/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1671B44-AFA9-0F8C-6421-E62A9283D1E1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000" y="1360555"/>
            <a:ext cx="5524499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340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A8AD04A-8E8C-DBC0-F6CB-00FB7E65BEE4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0999" y="1900555"/>
            <a:ext cx="5524499" cy="37497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4616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B731BD2F-4C6A-97FE-2C56-610D6E03D81F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274577" y="1360555"/>
            <a:ext cx="5524500" cy="361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200" b="1" spc="-150" baseline="0"/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11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9E71A952-A512-9A24-C110-C3C31E8A9912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274577" y="1360555"/>
            <a:ext cx="5524499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39A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AB07E7F-7793-C70D-9685-C48C439BA7A7}"/>
              </a:ext>
            </a:extLst>
          </p:cNvPr>
          <p:cNvSpPr>
            <a:spLocks xmlns:a="http://schemas.openxmlformats.org/drawingml/2006/main" noGrp="1"/>
          </p:cNvSpPr>
          <p:nvPr>
            <p:ph idx="22" hasCustomPrompt="1"/>
          </p:nvPr>
        </p:nvSpPr>
        <p:spPr>
          <a:xfrm xmlns:a="http://schemas.openxmlformats.org/drawingml/2006/main">
            <a:off x="6274576" y="1900555"/>
            <a:ext cx="5524499" cy="37497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927388F-2888-BDBA-3DAC-5EF3B3BD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12.xml><?xml version="1.0" encoding="utf-8"?>
<p:sldLayout xmlns:p="http://schemas.openxmlformats.org/presentationml/2006/main" preserve="1" userDrawn="1">
  <p:cSld name="Three Column Content-brand-colors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df056a58e44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25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4bef53c2841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21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BABC588-5798-4369-86EA-9B137E4E1DB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000" y="1357736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340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27AFD46-0A5D-43AC-A0F5-91BC9C4AE60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11ACB4-94FA-B33D-33AB-2FD1795BAE3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1" y="1897736"/>
            <a:ext cx="3615397" cy="27736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2DE955-1B49-6E3A-31EA-24CE8BC2D2C2}"/>
              </a:ext>
            </a:extLst>
          </p:cNvPr>
          <p:cNvSpPr>
            <a:spLocks xmlns:a="http://schemas.openxmlformats.org/drawingml/2006/main" noGrp="1"/>
          </p:cNvSpPr>
          <p:nvPr>
            <p:ph idx="24" hasCustomPrompt="1"/>
          </p:nvPr>
        </p:nvSpPr>
        <p:spPr>
          <a:xfrm xmlns:a="http://schemas.openxmlformats.org/drawingml/2006/main">
            <a:off x="4270611" y="1897736"/>
            <a:ext cx="3615397" cy="2773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759764-A477-E70A-691C-BEE877A6BAA9}"/>
              </a:ext>
            </a:extLst>
          </p:cNvPr>
          <p:cNvSpPr>
            <a:spLocks xmlns:a="http://schemas.openxmlformats.org/drawingml/2006/main" noGrp="1"/>
          </p:cNvSpPr>
          <p:nvPr>
            <p:ph idx="25" hasCustomPrompt="1"/>
          </p:nvPr>
        </p:nvSpPr>
        <p:spPr>
          <a:xfrm xmlns:a="http://schemas.openxmlformats.org/drawingml/2006/main">
            <a:off x="8184723" y="1897736"/>
            <a:ext cx="3615397" cy="2773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D6B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AB1811F-FDA0-2FB4-BDDF-4738DF47F837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4270612" y="1357736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39A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1E9FE03-AE3C-2ECB-9E9E-FC69441AD704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184724" y="1357736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64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C684674-DBD5-5302-6433-B05C11527B7C}"/>
              </a:ext>
            </a:extLst>
          </p:cNvPr>
          <p:cNvSpPr>
            <a:spLocks xmlns:a="http://schemas.openxmlformats.org/drawingml/2006/main" noGrp="1"/>
          </p:cNvSpPr>
          <p:nvPr>
            <p:ph type="sldNum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11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65099FC-9CDA-F5BC-CD93-E65F1A95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13.xml><?xml version="1.0" encoding="utf-8"?>
<p:sldLayout xmlns:p="http://schemas.openxmlformats.org/presentationml/2006/main" preserve="1" userDrawn="1">
  <p:cSld name="Four Column Content-brand-colors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1917dac3146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2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c7ef0db4e43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A4D9F3-C7D9-43F2-953A-454ACDC677E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B97E6500-A8AC-8805-6A5F-5E7D20D5122D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381000" y="1358914"/>
            <a:ext cx="273769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340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85E6E58-04D8-D517-24A3-F26A8C00DF84}"/>
              </a:ext>
            </a:extLst>
          </p:cNvPr>
          <p:cNvSpPr>
            <a:spLocks xmlns:a="http://schemas.openxmlformats.org/drawingml/2006/main" noGrp="1"/>
          </p:cNvSpPr>
          <p:nvPr>
            <p:ph idx="30" hasCustomPrompt="1"/>
          </p:nvPr>
        </p:nvSpPr>
        <p:spPr>
          <a:xfrm xmlns:a="http://schemas.openxmlformats.org/drawingml/2006/main">
            <a:off x="380999" y="1898914"/>
            <a:ext cx="273769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1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5A62D0F2-E702-0BB5-7B75-26987B05A240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3274326" y="1358914"/>
            <a:ext cx="273769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39A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F6FC88-2DF4-7B47-A4C3-7614830BEDA9}"/>
              </a:ext>
            </a:extLst>
          </p:cNvPr>
          <p:cNvSpPr>
            <a:spLocks xmlns:a="http://schemas.openxmlformats.org/drawingml/2006/main" noGrp="1"/>
          </p:cNvSpPr>
          <p:nvPr>
            <p:ph idx="32" hasCustomPrompt="1"/>
          </p:nvPr>
        </p:nvSpPr>
        <p:spPr>
          <a:xfrm xmlns:a="http://schemas.openxmlformats.org/drawingml/2006/main">
            <a:off x="3274325" y="1898914"/>
            <a:ext cx="273769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1A8EBACF-F0CA-2700-E37B-DBF9634C9055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6167652" y="1358914"/>
            <a:ext cx="273769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64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609D86-B615-D29F-D8D7-EA251C67CE98}"/>
              </a:ext>
            </a:extLst>
          </p:cNvPr>
          <p:cNvSpPr>
            <a:spLocks xmlns:a="http://schemas.openxmlformats.org/drawingml/2006/main" noGrp="1"/>
          </p:cNvSpPr>
          <p:nvPr>
            <p:ph idx="34" hasCustomPrompt="1"/>
          </p:nvPr>
        </p:nvSpPr>
        <p:spPr>
          <a:xfrm xmlns:a="http://schemas.openxmlformats.org/drawingml/2006/main">
            <a:off x="6167651" y="1898914"/>
            <a:ext cx="273769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D6B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60957F81-7F15-196D-56B0-2E7110D6F3FF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9060978" y="1358914"/>
            <a:ext cx="273769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7D08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97BEE44-16B9-29E3-3845-12103D4E7371}"/>
              </a:ext>
            </a:extLst>
          </p:cNvPr>
          <p:cNvSpPr>
            <a:spLocks xmlns:a="http://schemas.openxmlformats.org/drawingml/2006/main" noGrp="1"/>
          </p:cNvSpPr>
          <p:nvPr>
            <p:ph idx="36" hasCustomPrompt="1"/>
          </p:nvPr>
        </p:nvSpPr>
        <p:spPr>
          <a:xfrm xmlns:a="http://schemas.openxmlformats.org/drawingml/2006/main">
            <a:off x="9060977" y="1898914"/>
            <a:ext cx="273769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9100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408723-80E2-1AAE-E66D-28C3B89D4A5A}"/>
              </a:ext>
            </a:extLst>
          </p:cNvPr>
          <p:cNvSpPr>
            <a:spLocks xmlns:a="http://schemas.openxmlformats.org/drawingml/2006/main" noGrp="1"/>
          </p:cNvSpPr>
          <p:nvPr>
            <p:ph type="sldNum" idx="3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8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FBAC7B7-84BC-20F6-589F-36E50FA8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14.xml><?xml version="1.0" encoding="utf-8"?>
<p:sldLayout xmlns:p="http://schemas.openxmlformats.org/presentationml/2006/main" preserve="1" userDrawn="1">
  <p:cSld name="Five Column Content-brand-colors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ce58083f64a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2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a3d0cf5884d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BDFC327-60D5-4420-B53E-212D6DE4887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B3709E8-CE64-6D9F-DBD4-679E92CB1CB8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6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13AA52CE-5A28-D2DF-4FD2-FC7BE274F080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381001" y="1358914"/>
            <a:ext cx="214373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340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18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A2B05B6-6767-9C47-BD2A-F0F0D5EE76CB}"/>
              </a:ext>
            </a:extLst>
          </p:cNvPr>
          <p:cNvSpPr>
            <a:spLocks xmlns:a="http://schemas.openxmlformats.org/drawingml/2006/main" noGrp="1"/>
          </p:cNvSpPr>
          <p:nvPr>
            <p:ph idx="35" hasCustomPrompt="1"/>
          </p:nvPr>
        </p:nvSpPr>
        <p:spPr>
          <a:xfrm xmlns:a="http://schemas.openxmlformats.org/drawingml/2006/main">
            <a:off x="381000" y="1898914"/>
            <a:ext cx="214373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4616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17EF30D7-B439-880F-1182-77B8BFE227F7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2695971" y="1358914"/>
            <a:ext cx="214373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39A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18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B9173E-6EBE-E4B8-4BAD-C6FA65B757F8}"/>
              </a:ext>
            </a:extLst>
          </p:cNvPr>
          <p:cNvSpPr>
            <a:spLocks xmlns:a="http://schemas.openxmlformats.org/drawingml/2006/main" noGrp="1"/>
          </p:cNvSpPr>
          <p:nvPr>
            <p:ph idx="37" hasCustomPrompt="1"/>
          </p:nvPr>
        </p:nvSpPr>
        <p:spPr>
          <a:xfrm xmlns:a="http://schemas.openxmlformats.org/drawingml/2006/main">
            <a:off x="2695970" y="1898914"/>
            <a:ext cx="214373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71589F37-8CC9-F7D0-5A90-260D2F622E10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5010941" y="1358914"/>
            <a:ext cx="214373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64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18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FE6A92D-016F-1EE4-EA81-F61D7CB05FA1}"/>
              </a:ext>
            </a:extLst>
          </p:cNvPr>
          <p:cNvSpPr>
            <a:spLocks xmlns:a="http://schemas.openxmlformats.org/drawingml/2006/main" noGrp="1"/>
          </p:cNvSpPr>
          <p:nvPr>
            <p:ph idx="39" hasCustomPrompt="1"/>
          </p:nvPr>
        </p:nvSpPr>
        <p:spPr>
          <a:xfrm xmlns:a="http://schemas.openxmlformats.org/drawingml/2006/main">
            <a:off x="5010940" y="1898914"/>
            <a:ext cx="214373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D6B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4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9858CEFA-8EE2-84D2-A069-8A8EAC57AED5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7325911" y="1358914"/>
            <a:ext cx="214373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7D08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18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F1E5F68-2BC9-B9D6-8B03-28E2CD8758A6}"/>
              </a:ext>
            </a:extLst>
          </p:cNvPr>
          <p:cNvSpPr>
            <a:spLocks xmlns:a="http://schemas.openxmlformats.org/drawingml/2006/main" noGrp="1"/>
          </p:cNvSpPr>
          <p:nvPr>
            <p:ph idx="41" hasCustomPrompt="1"/>
          </p:nvPr>
        </p:nvSpPr>
        <p:spPr>
          <a:xfrm xmlns:a="http://schemas.openxmlformats.org/drawingml/2006/main">
            <a:off x="7325910" y="1898914"/>
            <a:ext cx="214373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9100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1DE82EB-21E3-F801-74FB-B1571629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sp>
        <p:nvSpPr>
          <p:cNvPr id="13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39F8298A-E150-C96F-1816-73C2CF0FEA2D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9657307" y="1358914"/>
            <a:ext cx="214373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1450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18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E6A8BE-8810-5FBF-9D81-5FDDB3B0BFDB}"/>
              </a:ext>
            </a:extLst>
          </p:cNvPr>
          <p:cNvSpPr>
            <a:spLocks xmlns:a="http://schemas.openxmlformats.org/drawingml/2006/main" noGrp="1"/>
          </p:cNvSpPr>
          <p:nvPr>
            <p:ph idx="43" hasCustomPrompt="1"/>
          </p:nvPr>
        </p:nvSpPr>
        <p:spPr>
          <a:xfrm xmlns:a="http://schemas.openxmlformats.org/drawingml/2006/main">
            <a:off x="9657306" y="1898914"/>
            <a:ext cx="2143735" cy="4174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956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  <p:hf hdr="0" ftr="0" dt="0"/>
</p:sldLayout>
</file>

<file path=ppt/slideLayouts/slideLayout115.xml><?xml version="1.0" encoding="utf-8"?>
<p:sldLayout xmlns:p="http://schemas.openxmlformats.org/presentationml/2006/main" preserve="1" userDrawn="1">
  <p:cSld name="Six Column Content-brand-colors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250bd07b94d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49c20afce4c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CE697B4-F430-4CA7-935A-2F894B6230E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63DAD0-A5EB-B549-9982-131ED4CEF1E8}"/>
              </a:ext>
            </a:extLst>
          </p:cNvPr>
          <p:cNvSpPr>
            <a:spLocks xmlns:a="http://schemas.openxmlformats.org/drawingml/2006/main" noGrp="1"/>
          </p:cNvSpPr>
          <p:nvPr>
            <p:ph type="sldNum" idx="3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8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98490F55-0F1C-5C9F-831F-B5DED22445C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381000" y="1358914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340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046FED-F3B7-2758-6CE4-B5BD5FABFFCE}"/>
              </a:ext>
            </a:extLst>
          </p:cNvPr>
          <p:cNvSpPr>
            <a:spLocks xmlns:a="http://schemas.openxmlformats.org/drawingml/2006/main" noGrp="1"/>
          </p:cNvSpPr>
          <p:nvPr>
            <p:ph idx="38" hasCustomPrompt="1"/>
          </p:nvPr>
        </p:nvSpPr>
        <p:spPr>
          <a:xfrm xmlns:a="http://schemas.openxmlformats.org/drawingml/2006/main">
            <a:off x="381001" y="1898914"/>
            <a:ext cx="3615397" cy="16340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8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345C42C8-FBDE-98C8-9010-B2630A105F57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8185087" y="1358914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64B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46857AA-BCDF-D85A-B49E-F8C35D33276D}"/>
              </a:ext>
            </a:extLst>
          </p:cNvPr>
          <p:cNvSpPr>
            <a:spLocks xmlns:a="http://schemas.openxmlformats.org/drawingml/2006/main" noGrp="1"/>
          </p:cNvSpPr>
          <p:nvPr>
            <p:ph idx="42" hasCustomPrompt="1"/>
          </p:nvPr>
        </p:nvSpPr>
        <p:spPr>
          <a:xfrm xmlns:a="http://schemas.openxmlformats.org/drawingml/2006/main">
            <a:off x="8185088" y="1898914"/>
            <a:ext cx="3615397" cy="1634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D6B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2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99614FE-3620-8180-096D-0F967F0A075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4283043" y="1358914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39A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278231-82E4-2F9D-BBAE-CB96D95A225D}"/>
              </a:ext>
            </a:extLst>
          </p:cNvPr>
          <p:cNvSpPr>
            <a:spLocks xmlns:a="http://schemas.openxmlformats.org/drawingml/2006/main" noGrp="1"/>
          </p:cNvSpPr>
          <p:nvPr>
            <p:ph idx="40" hasCustomPrompt="1"/>
          </p:nvPr>
        </p:nvSpPr>
        <p:spPr>
          <a:xfrm xmlns:a="http://schemas.openxmlformats.org/drawingml/2006/main">
            <a:off x="4283044" y="1898914"/>
            <a:ext cx="3615397" cy="1634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710D460-955D-A3EC-6BED-ED59301D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sp>
        <p:nvSpPr>
          <p:cNvPr id="12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CD3E4BFA-3600-DF5E-287E-283225AC214D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8182173" y="3893282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472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C5D60A-A5E0-CF0F-4D29-A9BF1B24DA3D}"/>
              </a:ext>
            </a:extLst>
          </p:cNvPr>
          <p:cNvSpPr>
            <a:spLocks xmlns:a="http://schemas.openxmlformats.org/drawingml/2006/main" noGrp="1"/>
          </p:cNvSpPr>
          <p:nvPr>
            <p:ph idx="50" hasCustomPrompt="1"/>
          </p:nvPr>
        </p:nvSpPr>
        <p:spPr>
          <a:xfrm xmlns:a="http://schemas.openxmlformats.org/drawingml/2006/main">
            <a:off x="8182174" y="4433282"/>
            <a:ext cx="3615397" cy="1634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8A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4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1A6270E-6D7D-B9BF-AD39-1F62D86260E6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4280129" y="3893282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1450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2592116-CC9E-0078-F39E-52DC3390D6AC}"/>
              </a:ext>
            </a:extLst>
          </p:cNvPr>
          <p:cNvSpPr>
            <a:spLocks xmlns:a="http://schemas.openxmlformats.org/drawingml/2006/main" noGrp="1"/>
          </p:cNvSpPr>
          <p:nvPr>
            <p:ph idx="48" hasCustomPrompt="1"/>
          </p:nvPr>
        </p:nvSpPr>
        <p:spPr>
          <a:xfrm xmlns:a="http://schemas.openxmlformats.org/drawingml/2006/main">
            <a:off x="4280130" y="4433282"/>
            <a:ext cx="3615397" cy="1634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956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6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9B0EF1EC-2906-F7F2-A42D-DC0EB6566CA3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381000" y="3899076"/>
            <a:ext cx="361539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7D08"/>
          </a:solidFill>
        </p:spPr>
        <p:txBody>
          <a:bodyPr xmlns:a="http://schemas.openxmlformats.org/drawingml/2006/main" wrap="square" lIns="144000" tIns="144000" rIns="144000" bIns="144000" anchor="ctr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500"/>
              </a:spcBef>
              <a:buNone/>
              <a:defRPr sz="20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432524A-B242-FB1B-E5FB-393B8E687D76}"/>
              </a:ext>
            </a:extLst>
          </p:cNvPr>
          <p:cNvSpPr>
            <a:spLocks xmlns:a="http://schemas.openxmlformats.org/drawingml/2006/main" noGrp="1"/>
          </p:cNvSpPr>
          <p:nvPr>
            <p:ph idx="52" hasCustomPrompt="1"/>
          </p:nvPr>
        </p:nvSpPr>
        <p:spPr>
          <a:xfrm xmlns:a="http://schemas.openxmlformats.org/drawingml/2006/main">
            <a:off x="381001" y="4439076"/>
            <a:ext cx="3615397" cy="1634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9100"/>
          </a:solidFill>
        </p:spPr>
        <p:txBody>
          <a:bodyPr xmlns:a="http://schemas.openxmlformats.org/drawingml/2006/main" lIns="144000" tIns="144000" rIns="144000" bIns="144000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  <p:hf hdr="0" ftr="0" dt="0"/>
</p:sldLayout>
</file>

<file path=ppt/slideLayouts/slideLayout116.xml><?xml version="1.0" encoding="utf-8"?>
<p:sldLayout xmlns:p="http://schemas.openxmlformats.org/presentationml/2006/main" showMasterSp="0" preserve="1">
  <p:cSld name="Six Column Content-2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d41870de34a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435313">
            <a:off x="6331011" y="3567052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2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8678a44b54a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99481">
            <a:off x="-3131850" y="3138039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DFAE0E-AD2A-DE43-D325-50AD9027E66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0B99ABD-2223-0F71-ECA9-49325598EB0C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9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D994CA4-8C12-1BC4-530B-81E28611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1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pic>
        <p:nvPicPr>
          <p:cNvPr id="28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e3688d42747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09330" y="362285"/>
            <a:ext cx="836071" cy="417600"/>
          </a:xfrm>
          <a:prstGeom xmlns:a="http://schemas.openxmlformats.org/drawingml/2006/main" prst="rect">
            <a:avLst/>
          </a:prstGeom>
        </p:spPr>
      </p:pic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00BD26A-8E0B-FA7A-BEFD-407A0158F83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00" y="3880822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491ABA9-D78D-2299-C4D9-FB31D31D181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349752" y="3880822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325D55E-2430-C461-4F1E-FD0FA29E7C2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318504" y="3880822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0C34A5E-50CA-F12D-F348-64EB3CBE446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287255" y="3880822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5CF3B29-3D9A-11EA-874D-473D8B9E0641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81000" y="1388480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2E7BE2D-2CD9-78AA-C351-0E0248952788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349752" y="1388480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A0B6FF35-E677-7F1B-26BE-BB85639D9381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318504" y="1388480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2743E14-A152-5FD7-2EB9-342B3FD02538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9287255" y="1388480"/>
            <a:ext cx="2523744" cy="215798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82880">
              <a:buNone/>
              <a:defRPr>
                <a:solidFill>
                  <a:schemeClr val="bg1"/>
                </a:solidFill>
              </a:defRPr>
            </a:lvl2pPr>
            <a:lvl3pPr marL="36576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3pPr>
            <a:lvl4pPr marL="548640">
              <a:buNone/>
              <a:defRPr>
                <a:solidFill>
                  <a:schemeClr val="bg1"/>
                </a:solidFill>
              </a:defRPr>
            </a:lvl4pPr>
            <a:lvl5pPr marL="73152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66DE63F-8650-7185-41C0-353CC287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17.xml><?xml version="1.0" encoding="utf-8"?>
<p:sldLayout xmlns:p="http://schemas.openxmlformats.org/presentationml/2006/main" showMasterSp="0" preserve="1" userDrawn="1">
  <p:cSld name="Comparison Layout-brand-colors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8c01c30c24da9">
            <a:extLst>
              <a:ext uri="{96DAC541-7B7A-43D3-8B79-37D633B846F1}">
                <asvg:svgBlip xmlns:asvg="http://schemas.microsoft.com/office/drawing/2016/SVG/main" r:embed="Rc57104f867fe4a2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91" y="0"/>
            <a:ext cx="7577667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34AF4D-024E-9970-6233-003A1B10F31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1589405"/>
            <a:ext cx="5524499" cy="81053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436C617-602D-6D26-8627-2A45477594B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0" y="2542676"/>
            <a:ext cx="5524501" cy="328995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0">
              <a:buNone/>
            </a:pPr>
          </a:p>
        </p:txBody>
      </p:sp>
      <p:pic>
        <p:nvPicPr>
          <p:cNvPr id="2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555e827c649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09330" y="362285"/>
            <a:ext cx="836071" cy="417600"/>
          </a:xfrm>
          <a:prstGeom xmlns:a="http://schemas.openxmlformats.org/drawingml/2006/main" prst="rect">
            <a:avLst/>
          </a:prstGeom>
        </p:spPr>
      </p:pic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BA78F6-7BA4-CB64-E5FE-C01E80E60934}"/>
              </a:ext>
            </a:extLst>
          </p:cNvPr>
          <p:cNvSpPr>
            <a:spLocks xmlns:a="http://schemas.openxmlformats.org/drawingml/2006/main" noGrp="1"/>
          </p:cNvSpPr>
          <p:nvPr>
            <p:ph idx="15" hasCustomPrompt="1"/>
          </p:nvPr>
        </p:nvSpPr>
        <p:spPr>
          <a:xfrm xmlns:a="http://schemas.openxmlformats.org/drawingml/2006/main">
            <a:off x="6261099" y="2542676"/>
            <a:ext cx="5524501" cy="328995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0">
              <a:buNone/>
            </a:pPr>
          </a:p>
        </p:txBody>
      </p:sp>
      <p:sp>
        <p:nvSpPr>
          <p:cNvPr id="18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88A9785E-197E-625F-29C7-13E4A08E1100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261099" y="1589405"/>
            <a:ext cx="5524499" cy="82537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90000"/>
              </a:lnSpc>
              <a:spcAft>
                <a:spcPts val="0"/>
              </a:spcAft>
              <a:buNone/>
              <a:defRPr sz="3000" b="1" i="0" spc="-1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0E3317-28EC-71CF-63FA-AE31ADB94084}"/>
              </a:ext>
            </a:extLst>
          </p:cNvPr>
          <p:cNvSpPr>
            <a:spLocks xmlns:a="http://schemas.openxmlformats.org/drawingml/2006/main" noGrp="1"/>
          </p:cNvSpPr>
          <p:nvPr>
            <p:ph type="sldNum" idx="36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324C0A44-AD9E-49C7-A6F8-E7DA309B6D4F}" type="slidenum">
              <a:t>‹#›</a:t>
            </a:fld>
          </a:p>
        </p:txBody>
      </p:sp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833ff9552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2301074">
            <a:off x="7590309" y="4520836"/>
            <a:ext cx="7772400" cy="6571848"/>
          </a:xfrm>
          <a:prstGeom xmlns:a="http://schemas.openxmlformats.org/drawingml/2006/main" prst="rect">
            <a:avLst/>
          </a:prstGeom>
        </p:spPr>
      </p:pic>
      <p:sp>
        <p:nvSpPr>
          <p:cNvPr id="9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AFAEF3B-6E2B-901D-1211-4A74A529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18.xml><?xml version="1.0" encoding="utf-8"?>
<p:sldLayout xmlns:p="http://schemas.openxmlformats.org/presentationml/2006/main" showMasterSp="0" preserve="1" userDrawn="1">
  <p:cSld name="Quote Slide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C0F706-89AB-ADE4-786B-34F29EAF0EB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889760" y="2143126"/>
            <a:ext cx="8412480" cy="197510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828" name="Rectangle">
            <a:extLst xmlns:a="http://schemas.openxmlformats.org/drawingml/2006/main">
              <a:ext uri="{FF2B5EF4-FFF2-40B4-BE49-F238E27FC236}">
                <a16:creationId xmlns:a16="http://schemas.microsoft.com/office/drawing/2014/main" id="{68C99443-9CF1-490C-AC7A-A76710A4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pic>
        <p:nvPicPr>
          <p:cNvPr id="83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c1d8360694a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09330" y="362285"/>
            <a:ext cx="836071" cy="417600"/>
          </a:xfrm>
          <a:prstGeom xmlns:a="http://schemas.openxmlformats.org/drawingml/2006/main" prst="rect">
            <a:avLst/>
          </a:prstGeom>
        </p:spPr>
      </p:pic>
      <p:pic>
        <p:nvPicPr>
          <p:cNvPr id="83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721c9f63d426d">
            <a:extLst>
              <a:ext uri="{96DAC541-7B7A-43D3-8B79-37D633B846F1}">
                <asvg:svgBlip xmlns:asvg="http://schemas.microsoft.com/office/drawing/2016/SVG/main" r:embed="R953a9b94b8ce4001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V="1">
            <a:off x="1251948" y="868491"/>
            <a:ext cx="1275621" cy="768115"/>
          </a:xfrm>
          <a:prstGeom xmlns:a="http://schemas.openxmlformats.org/drawingml/2006/main" prst="rect">
            <a:avLst/>
          </a:prstGeom>
        </p:spPr>
      </p:pic>
      <p:pic>
        <p:nvPicPr>
          <p:cNvPr id="83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721c9f63d426d">
            <a:extLst>
              <a:ext uri="{96DAC541-7B7A-43D3-8B79-37D633B846F1}">
                <asvg:svgBlip xmlns:asvg="http://schemas.microsoft.com/office/drawing/2016/SVG/main" r:embed="R953a9b94b8ce4001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1">
            <a:off x="9666743" y="5008807"/>
            <a:ext cx="1275621" cy="768115"/>
          </a:xfrm>
          <a:prstGeom xmlns:a="http://schemas.openxmlformats.org/drawingml/2006/main" prst="rect">
            <a:avLst/>
          </a:prstGeom>
        </p:spPr>
      </p:pic>
      <p:sp>
        <p:nvSpPr>
          <p:cNvPr id="4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529F3D46-793A-A22A-D560-1F99CB2F2377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889759" y="4460521"/>
            <a:ext cx="8412480" cy="249299"/>
          </a:xfrm>
        </p:spPr>
        <p:txBody>
          <a:bodyPr xmlns:a="http://schemas.openxmlformats.org/drawingml/2006/main" wrap="square" tIns="0" anchor="t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1" spc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</p:spTree>
  </p:cSld>
  <p:hf hdr="0" ftr="0" dt="0"/>
</p:sldLayout>
</file>

<file path=ppt/slideLayouts/slideLayout119.xml><?xml version="1.0" encoding="utf-8"?>
<p:sldLayout xmlns:p="http://schemas.openxmlformats.org/presentationml/2006/main" preserve="1">
  <p:cSld name="Content with photo (call out)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ad7a458ae4d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376123" y="2832100"/>
            <a:ext cx="7772400" cy="6581895"/>
          </a:xfrm>
          <a:prstGeom xmlns:a="http://schemas.openxmlformats.org/drawingml/2006/main" prst="rect">
            <a:avLst/>
          </a:prstGeom>
        </p:spPr>
      </p:pic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5919BE72-EEC3-84D0-78ED-8CECC2C7ADA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7945777" y="1371600"/>
            <a:ext cx="4246223" cy="5486400"/>
          </a:xfrm>
          <a:custGeom xmlns:a="http://schemas.openxmlformats.org/drawingml/2006/main">
            <a:gdLst>
              <a:gd name="connsiteX0" fmla="*/ 0 w 4246223"/>
              <a:gd name="connsiteY0" fmla="*/ 0 h 5486400"/>
              <a:gd name="connsiteX1" fmla="*/ 4246223 w 4246223"/>
              <a:gd name="connsiteY1" fmla="*/ 0 h 5486400"/>
              <a:gd name="connsiteX2" fmla="*/ 4246223 w 4246223"/>
              <a:gd name="connsiteY2" fmla="*/ 5486400 h 5486400"/>
              <a:gd name="connsiteX3" fmla="*/ 1643231 w 4246223"/>
              <a:gd name="connsiteY3" fmla="*/ 5486400 h 5486400"/>
              <a:gd name="connsiteX4" fmla="*/ 1643231 w 4246223"/>
              <a:gd name="connsiteY4" fmla="*/ 3520440 h 5486400"/>
              <a:gd name="connsiteX5" fmla="*/ 0 w 4246223"/>
              <a:gd name="connsiteY5" fmla="*/ 3520440 h 5486400"/>
            </a:gdLst>
            <a:rect l="l" t="t" r="r" b="b"/>
            <a:pathLst>
              <a:path w="4246223" h="5486400">
                <a:moveTo>
                  <a:pt x="0" y="0"/>
                </a:moveTo>
                <a:lnTo>
                  <a:pt x="4246223" y="0"/>
                </a:lnTo>
                <a:lnTo>
                  <a:pt x="4246223" y="5486400"/>
                </a:lnTo>
                <a:lnTo>
                  <a:pt x="1643231" y="5486400"/>
                </a:lnTo>
                <a:lnTo>
                  <a:pt x="1643231" y="3520440"/>
                </a:lnTo>
                <a:lnTo>
                  <a:pt x="0" y="352044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16D2B1-EBEF-DF50-F471-A0723DDF4E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E4E1CD6-C6CF-7436-610F-7706F91D752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5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20099B59-DB61-5820-31DF-38EF9D783D1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1000" y="1371600"/>
            <a:ext cx="6769100" cy="31432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b="1" spc="0" baseline="0"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79F84DB0-C881-0395-468C-47B9CBA5469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81000" y="1785969"/>
            <a:ext cx="6769100" cy="291873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2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4450790804121">
            <a:extLst>
              <a:ext uri="{96DAC541-7B7A-43D3-8B79-37D633B846F1}">
                <asvg:svgBlip xmlns:asvg="http://schemas.microsoft.com/office/drawing/2016/SVG/main" r:embed="R2a288dea7166461c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45777" y="3939540"/>
            <a:ext cx="965200" cy="965200"/>
          </a:xfrm>
          <a:prstGeom xmlns:a="http://schemas.openxmlformats.org/drawingml/2006/main" prst="rect">
            <a:avLst/>
          </a:prstGeom>
        </p:spPr>
      </p:pic>
      <p:sp>
        <p:nvSpPr>
          <p:cNvPr id="9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B0339DD-846C-85DA-9C32-0CA8F6D9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sp>
        <p:nvSpPr>
          <p:cNvPr id="15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3B7AA824-6702-D140-6158-DBC4DAD43E6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2602992" y="4892040"/>
            <a:ext cx="698377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</p:spPr>
        <p:txBody>
          <a:bodyPr xmlns:a="http://schemas.openxmlformats.org/drawingml/2006/main" lIns="320040" tIns="320040" rIns="320040" bIns="320040">
            <a:noAutofit/>
          </a:bodyPr>
          <a:lstStyle xmlns:a="http://schemas.openxmlformats.org/drawingml/2006/main">
            <a:lvl1pPr marL="0" indent="0">
              <a:buNone/>
              <a:defRPr sz="2400" b="1" spc="-15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</p:spTree>
  </p:cSld>
  <p:hf hdr="0" ftr="0" dt="0"/>
</p:sldLayout>
</file>

<file path=ppt/slideLayouts/slideLayout120.xml><?xml version="1.0" encoding="utf-8"?>
<p:sldLayout xmlns:p="http://schemas.openxmlformats.org/presentationml/2006/main" preserve="1">
  <p:cSld name="Statement with boxes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dd2b82bed4d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8255452">
            <a:off x="2090123" y="2935505"/>
            <a:ext cx="7772400" cy="6581895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50607A-F06E-1055-E9B5-9F1ECC6FA55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1AC5AFA-D99A-BFC4-340C-CADB83E524E7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D6654A0-5FC8-E6AA-2A11-1F0AC087EDC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81000" y="2610761"/>
            <a:ext cx="3474720" cy="215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4616"/>
          </a:solidFill>
        </p:spPr>
        <p:txBody>
          <a:bodyPr xmlns:a="http://schemas.openxmlformats.org/drawingml/2006/main" lIns="182880" tIns="182880" rIns="182880" bIns="182880" anchor="ctr">
            <a:noAutofit/>
          </a:bodyPr>
          <a:lstStyle xmlns:a="http://schemas.openxmlformats.org/drawingml/2006/main">
            <a:lvl1pPr marL="0" indent="0" algn="ctr">
              <a:buNone/>
              <a:defRPr sz="2800" b="1" spc="-15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8008FFC-23EA-2AEF-B0BE-A8340AD9DCD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358640" y="2610761"/>
            <a:ext cx="3474720" cy="215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</p:spPr>
        <p:txBody>
          <a:bodyPr xmlns:a="http://schemas.openxmlformats.org/drawingml/2006/main" lIns="182880" tIns="182880" rIns="182880" bIns="182880" anchor="ctr">
            <a:noAutofit/>
          </a:bodyPr>
          <a:lstStyle xmlns:a="http://schemas.openxmlformats.org/drawingml/2006/main">
            <a:lvl1pPr marL="0" indent="0" algn="ctr">
              <a:buNone/>
              <a:defRPr sz="2800" b="1" spc="-15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AB20B39-5DC4-C563-492B-12430CA1950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8336279" y="2610761"/>
            <a:ext cx="3474720" cy="215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82"/>
          </a:solidFill>
        </p:spPr>
        <p:txBody>
          <a:bodyPr xmlns:a="http://schemas.openxmlformats.org/drawingml/2006/main" lIns="182880" tIns="182880" rIns="182880" bIns="182880" anchor="ctr">
            <a:noAutofit/>
          </a:bodyPr>
          <a:lstStyle xmlns:a="http://schemas.openxmlformats.org/drawingml/2006/main">
            <a:lvl1pPr marL="0" indent="0" algn="ctr">
              <a:buNone/>
              <a:defRPr sz="2800" b="1" spc="-150">
                <a:solidFill>
                  <a:schemeClr val="bg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C2A52C5-EB3D-A06E-2393-DC9C2DBD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21.xml><?xml version="1.0" encoding="utf-8"?>
<p:sldLayout xmlns:p="http://schemas.openxmlformats.org/presentationml/2006/main" preserve="1" userDrawn="1">
  <p:cSld name="Quote-one photo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9348758d94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4876373" y="3082217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9348758d94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150497">
            <a:off x="-4107476" y="3477671"/>
            <a:ext cx="7772400" cy="6581895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B2E0FE-079C-4309-86E7-FC7AC41E098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4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CF3E35AE-FC12-4C79-986B-4E075DBAFC0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4291986" y="2000250"/>
            <a:ext cx="7520820" cy="2162799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3200"/>
            </a:lvl1pPr>
            <a:lvl2pPr marL="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Picture Placeholder 62">
            <a:extLst xmlns:a="http://schemas.openxmlformats.org/drawingml/2006/main">
              <a:ext uri="{FF2B5EF4-FFF2-40B4-BE49-F238E27FC236}">
                <a16:creationId xmlns:a16="http://schemas.microsoft.com/office/drawing/2014/main" id="{534EEC33-4BC8-F2E0-8258-3F79A16D499C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379193" y="2000249"/>
            <a:ext cx="3498507" cy="348773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2F256DF-1CAB-3394-D169-8EE8081C1B99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5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4676AA0-3195-6624-1036-19C38660EC2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291986" y="4432783"/>
            <a:ext cx="7519014" cy="105520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spcBef>
                <a:spcPts val="0"/>
              </a:spcBef>
              <a:buNone/>
              <a:defRPr sz="1600" b="1"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 sz="1400" b="1"/>
            </a:lvl2pPr>
            <a:lvl3pPr marL="0" indent="0">
              <a:spcBef>
                <a:spcPts val="0"/>
              </a:spcBef>
              <a:buNone/>
              <a:defRPr sz="1400"/>
            </a:lvl3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8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C294E2E-4A4B-0492-9A5B-8743931A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22.xml><?xml version="1.0" encoding="utf-8"?>
<p:sldLayout xmlns:p="http://schemas.openxmlformats.org/presentationml/2006/main" preserve="1" userDrawn="1">
  <p:cSld name="Quote-one photo-right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8d6f161644a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4876373" y="3082217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8d6f161644a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150497">
            <a:off x="-4107476" y="3477671"/>
            <a:ext cx="7772400" cy="6581895"/>
          </a:xfrm>
          <a:prstGeom xmlns:a="http://schemas.openxmlformats.org/drawingml/2006/main" prst="rect">
            <a:avLst/>
          </a:prstGeom>
        </p:spPr>
      </p:pic>
      <p:sp>
        <p:nvSpPr>
          <p:cNvPr id="6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2F256DF-1CAB-3394-D169-8EE8081C1B99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7" name="Picture Placeholder 62">
            <a:extLst xmlns:a="http://schemas.openxmlformats.org/drawingml/2006/main">
              <a:ext uri="{FF2B5EF4-FFF2-40B4-BE49-F238E27FC236}">
                <a16:creationId xmlns:a16="http://schemas.microsoft.com/office/drawing/2014/main" id="{5BED1ACF-EDDA-2866-27BC-53B5BDD9F9F7}"/>
              </a:ext>
            </a:extLst>
          </p:cNvPr>
          <p:cNvSpPr>
            <a:spLocks xmlns:a="http://schemas.openxmlformats.org/drawingml/2006/main" noGrp="1"/>
          </p:cNvSpPr>
          <p:nvPr>
            <p:ph type="pic" idx="34"/>
          </p:nvPr>
        </p:nvSpPr>
        <p:spPr>
          <a:xfrm xmlns:a="http://schemas.openxmlformats.org/drawingml/2006/main">
            <a:off x="8310687" y="2000249"/>
            <a:ext cx="3498507" cy="3487738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8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4BDB85EA-D971-A11F-1E43-CA00473DC64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82806" y="2000250"/>
            <a:ext cx="7670800" cy="2162799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3200"/>
            </a:lvl1pPr>
            <a:lvl2pPr marL="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780F1B6-9C30-8660-E2D5-298818CD04C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82842" y="4432783"/>
            <a:ext cx="7668958" cy="105520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spcBef>
                <a:spcPts val="0"/>
              </a:spcBef>
              <a:buNone/>
              <a:defRPr sz="1600" b="1"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buNone/>
              <a:defRPr sz="1400" b="1"/>
            </a:lvl2pPr>
            <a:lvl3pPr marL="0" indent="0">
              <a:spcBef>
                <a:spcPts val="0"/>
              </a:spcBef>
              <a:buNone/>
              <a:defRPr sz="1400"/>
            </a:lvl3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6D5F3B0B-9D87-88C5-1027-7965A89F5B3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4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9ACC5B8-7CDF-A6F0-AA3A-903C5C6E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23.xml><?xml version="1.0" encoding="utf-8"?>
<p:sldLayout xmlns:p="http://schemas.openxmlformats.org/presentationml/2006/main" preserve="1" userDrawn="1">
  <p:cSld name="Two Quote-Two photos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1b0e66b2743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4876373" y="3082217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3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1b0e66b2743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150497">
            <a:off x="-4107476" y="3477671"/>
            <a:ext cx="7772400" cy="6581895"/>
          </a:xfrm>
          <a:prstGeom xmlns:a="http://schemas.openxmlformats.org/drawingml/2006/main" prst="rect">
            <a:avLst/>
          </a:prstGeom>
        </p:spPr>
      </p:pic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F16B6036-F475-4C72-B8D2-2A65E7CBE2A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81102" y="1247776"/>
            <a:ext cx="5335386" cy="331660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/>
            </a:lvl1pPr>
            <a:lvl2pPr marL="0" indent="0">
              <a:buFont typeface="Arial"/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82402414-7465-48CF-8BAB-840E3848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5999" y="1316831"/>
            <a:ext cx="0" cy="4898232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33BC8332-D34E-4D26-8FEE-507F8A718E39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477103" y="1247776"/>
            <a:ext cx="5335386" cy="331660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/>
            </a:lvl1pPr>
            <a:lvl2pPr marL="0" indent="0">
              <a:buFont typeface="Arial"/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4" name="Picture Placeholder 62">
            <a:extLst xmlns:a="http://schemas.openxmlformats.org/drawingml/2006/main">
              <a:ext uri="{FF2B5EF4-FFF2-40B4-BE49-F238E27FC236}">
                <a16:creationId xmlns:a16="http://schemas.microsoft.com/office/drawing/2014/main" id="{C0C5746A-1FD1-45B9-B082-7B33D19ECBF0}"/>
              </a:ext>
            </a:extLst>
          </p:cNvPr>
          <p:cNvSpPr>
            <a:spLocks xmlns:a="http://schemas.openxmlformats.org/drawingml/2006/main" noGrp="1"/>
          </p:cNvSpPr>
          <p:nvPr>
            <p:ph type="pic" idx="20"/>
          </p:nvPr>
        </p:nvSpPr>
        <p:spPr>
          <a:xfrm xmlns:a="http://schemas.openxmlformats.org/drawingml/2006/main">
            <a:off x="381101" y="4883170"/>
            <a:ext cx="1330374" cy="1326279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6" name="Picture Placeholder 62">
            <a:extLst xmlns:a="http://schemas.openxmlformats.org/drawingml/2006/main">
              <a:ext uri="{FF2B5EF4-FFF2-40B4-BE49-F238E27FC236}">
                <a16:creationId xmlns:a16="http://schemas.microsoft.com/office/drawing/2014/main" id="{E3443EB9-BF8F-D0A8-8BE8-CFE41EC0D24B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6482643" y="4883170"/>
            <a:ext cx="1330374" cy="1326279"/>
          </a:xfrm>
          <a:custGeom xmlns:a="http://schemas.openxmlformats.org/drawingml/2006/main">
            <a:gdLst>
              <a:gd name="connsiteX0" fmla="*/ 147205 w 1618488"/>
              <a:gd name="connsiteY0" fmla="*/ 0 h 1618488"/>
              <a:gd name="connsiteX1" fmla="*/ 1618488 w 1618488"/>
              <a:gd name="connsiteY1" fmla="*/ 0 h 1618488"/>
              <a:gd name="connsiteX2" fmla="*/ 1618488 w 1618488"/>
              <a:gd name="connsiteY2" fmla="*/ 1321953 h 1618488"/>
              <a:gd name="connsiteX3" fmla="*/ 1471283 w 1618488"/>
              <a:gd name="connsiteY3" fmla="*/ 1321953 h 1618488"/>
              <a:gd name="connsiteX4" fmla="*/ 1471283 w 1618488"/>
              <a:gd name="connsiteY4" fmla="*/ 1469158 h 1618488"/>
              <a:gd name="connsiteX5" fmla="*/ 1618488 w 1618488"/>
              <a:gd name="connsiteY5" fmla="*/ 1469158 h 1618488"/>
              <a:gd name="connsiteX6" fmla="*/ 1618488 w 1618488"/>
              <a:gd name="connsiteY6" fmla="*/ 1618488 h 1618488"/>
              <a:gd name="connsiteX7" fmla="*/ 1468005 w 1618488"/>
              <a:gd name="connsiteY7" fmla="*/ 1618488 h 1618488"/>
              <a:gd name="connsiteX8" fmla="*/ 1468005 w 1618488"/>
              <a:gd name="connsiteY8" fmla="*/ 1471283 h 1618488"/>
              <a:gd name="connsiteX9" fmla="*/ 1320800 w 1618488"/>
              <a:gd name="connsiteY9" fmla="*/ 1471283 h 1618488"/>
              <a:gd name="connsiteX10" fmla="*/ 1320800 w 1618488"/>
              <a:gd name="connsiteY10" fmla="*/ 1618488 h 1618488"/>
              <a:gd name="connsiteX11" fmla="*/ 0 w 1618488"/>
              <a:gd name="connsiteY11" fmla="*/ 1618488 h 1618488"/>
              <a:gd name="connsiteX12" fmla="*/ 0 w 1618488"/>
              <a:gd name="connsiteY12" fmla="*/ 147205 h 1618488"/>
              <a:gd name="connsiteX13" fmla="*/ 147205 w 1618488"/>
              <a:gd name="connsiteY13" fmla="*/ 147205 h 1618488"/>
            </a:gdLst>
            <a:rect l="l" t="t" r="r" b="b"/>
            <a:pathLst>
              <a:path w="1618488" h="1618488">
                <a:moveTo>
                  <a:pt x="147205" y="0"/>
                </a:moveTo>
                <a:lnTo>
                  <a:pt x="1618488" y="0"/>
                </a:lnTo>
                <a:lnTo>
                  <a:pt x="1618488" y="1321953"/>
                </a:lnTo>
                <a:lnTo>
                  <a:pt x="1471283" y="1321953"/>
                </a:lnTo>
                <a:lnTo>
                  <a:pt x="1471283" y="1469158"/>
                </a:lnTo>
                <a:lnTo>
                  <a:pt x="1618488" y="1469158"/>
                </a:lnTo>
                <a:lnTo>
                  <a:pt x="1618488" y="1618488"/>
                </a:lnTo>
                <a:lnTo>
                  <a:pt x="1468005" y="1618488"/>
                </a:lnTo>
                <a:lnTo>
                  <a:pt x="1468005" y="1471283"/>
                </a:lnTo>
                <a:lnTo>
                  <a:pt x="1320800" y="1471283"/>
                </a:lnTo>
                <a:lnTo>
                  <a:pt x="1320800" y="1618488"/>
                </a:lnTo>
                <a:lnTo>
                  <a:pt x="0" y="1618488"/>
                </a:lnTo>
                <a:lnTo>
                  <a:pt x="0" y="147205"/>
                </a:lnTo>
                <a:lnTo>
                  <a:pt x="147205" y="14720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E86D79A-472B-5E1D-42B1-01938F2AE466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1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F5457AE8-C1ED-8C9A-4C94-8304B97980F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039223" y="5198874"/>
            <a:ext cx="3677263" cy="69487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CEB2C2AB-09EE-42C1-F5F4-A2BBE57D12EF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8129612" y="5198874"/>
            <a:ext cx="3681287" cy="69487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EE096C80-1D67-63A5-ED41-70881CF8BE8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8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298790A-525F-FA96-AF84-7C33F0DA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24.xml><?xml version="1.0" encoding="utf-8"?>
<p:sldLayout xmlns:p="http://schemas.openxmlformats.org/presentationml/2006/main" preserve="1" userDrawn="1">
  <p:cSld name="Two Quote-No photos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1fa50d9f749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4876373" y="3082217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3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1fa50d9f749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150497">
            <a:off x="-4107476" y="3477671"/>
            <a:ext cx="7772400" cy="6581895"/>
          </a:xfrm>
          <a:prstGeom xmlns:a="http://schemas.openxmlformats.org/drawingml/2006/main" prst="rect">
            <a:avLst/>
          </a:prstGeom>
        </p:spPr>
      </p:pic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F16B6036-F475-4C72-B8D2-2A65E7CBE2A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81102" y="1247776"/>
            <a:ext cx="5335386" cy="331660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/>
            </a:lvl1pPr>
            <a:lvl2pPr marL="0" indent="0">
              <a:buFont typeface="Arial"/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C5840E60-FCB3-4791-8B41-58F91887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5999" y="1316831"/>
            <a:ext cx="0" cy="4898232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33BC8332-D34E-4D26-8FEE-507F8A718E39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477103" y="1247776"/>
            <a:ext cx="5335386" cy="331660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/>
            </a:lvl1pPr>
            <a:lvl2pPr marL="0" indent="0">
              <a:buFont typeface="Arial"/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AD579E3-58D5-13A9-518D-D50C5ED76A3C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938915FE-D559-5B74-72A4-5242BBFE25A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3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9EB79C36-B6D9-F21D-138C-03C492097DA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81001" y="5198874"/>
            <a:ext cx="5335486" cy="69487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1F5CAC3B-6F80-8AF3-BA14-53C773B9D145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6475512" y="5198874"/>
            <a:ext cx="5335388" cy="69487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2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8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1109DD3-5E77-E754-D32E-275CED86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25.xml><?xml version="1.0" encoding="utf-8"?>
<p:sldLayout xmlns:p="http://schemas.openxmlformats.org/presentationml/2006/main" preserve="1" userDrawn="1">
  <p:cSld name="Content + Image right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7abd20b7e4f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200000" flipH="1">
            <a:off x="-2888277" y="2465221"/>
            <a:ext cx="7772400" cy="6581895"/>
          </a:xfrm>
          <a:prstGeom xmlns:a="http://schemas.openxmlformats.org/drawingml/2006/main" prst="rect">
            <a:avLst/>
          </a:prstGeom>
        </p:spPr>
      </p:pic>
      <p:sp>
        <p:nvSpPr>
          <p:cNvPr id="6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F6851EF3-E456-437C-A6B0-4799E41CBB80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1322388"/>
            <a:ext cx="6095999" cy="488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baseline="0"/>
            </a:lvl1pPr>
          </a:lstStyle>
          <a:p xmlns:a="http://schemas.openxmlformats.org/drawingml/2006/main">
            <a:r>
              <a:t>Click icon or drag to insert image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E2FD81C1-892C-4F11-B6F1-7C98FBD1803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81182" y="1384314"/>
            <a:ext cx="5341789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08F7688-534A-7970-3E0C-D627FF11775E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3731" y="1753386"/>
            <a:ext cx="5329160" cy="44569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itle 6">
            <a:extLst xmlns:a="http://schemas.openxmlformats.org/drawingml/2006/main">
              <a:ext uri="{FF2B5EF4-FFF2-40B4-BE49-F238E27FC236}">
                <a16:creationId xmlns:a16="http://schemas.microsoft.com/office/drawing/2014/main" id="{396E5974-65D9-14C2-E953-EBE0B4B9D4A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2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E06007F-F7FD-A65E-2E78-4E32146F7900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C5D25F8-9BA6-99B6-8A4B-F138E0B3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26.xml><?xml version="1.0" encoding="utf-8"?>
<p:sldLayout xmlns:p="http://schemas.openxmlformats.org/presentationml/2006/main" preserve="1" userDrawn="1">
  <p:cSld name="Content + Image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1714e7acc49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200000" flipH="1">
            <a:off x="-2888277" y="2465221"/>
            <a:ext cx="7772400" cy="6581895"/>
          </a:xfrm>
          <a:prstGeom xmlns:a="http://schemas.openxmlformats.org/drawingml/2006/main" prst="rect">
            <a:avLst/>
          </a:prstGeom>
        </p:spPr>
      </p:pic>
      <p:sp>
        <p:nvSpPr>
          <p:cNvPr id="6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F6851EF3-E456-437C-A6B0-4799E41CBB80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0"/>
            <a:ext cx="6095999" cy="676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None/>
              <a:defRPr baseline="0"/>
            </a:lvl1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None/>
            </a:pPr>
            <a:r>
              <a:t>Click icon or drag to insert image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DC1BA98A-F022-4B71-8025-6483825ABB1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81182" y="1384314"/>
            <a:ext cx="5341789" cy="276999"/>
          </a:xfrm>
        </p:spPr>
        <p:txBody>
          <a:bodyPr xmlns:a="http://schemas.openxmlformats.org/drawingml/2006/main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C28055-DDAD-2CBB-12DC-F23C69C8463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3730" y="1753387"/>
            <a:ext cx="5329161" cy="37203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9F34E493-A0B9-B4E1-E6DF-EB2162A19B2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5341789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4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59F2EB3-801C-BFCD-FE1F-9438EA1B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27.xml><?xml version="1.0" encoding="utf-8"?>
<p:sldLayout xmlns:p="http://schemas.openxmlformats.org/presentationml/2006/main" preserve="1" userDrawn="1">
  <p:cSld name="Content + Image left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1a877da6b4b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1">
            <a:off x="8115300" y="3082216"/>
            <a:ext cx="7772400" cy="6581895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8FDB257-6E85-C512-B079-E2BBDED9CFA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5077046" y="1384314"/>
            <a:ext cx="6734587" cy="276999"/>
          </a:xfrm>
        </p:spPr>
        <p:txBody>
          <a:bodyPr xmlns:a="http://schemas.openxmlformats.org/drawingml/2006/main" wrap="square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1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0709A939-5C3B-F61B-5CC1-61C7175613E0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1" y="0"/>
            <a:ext cx="4747407" cy="676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baseline="0"/>
            </a:lvl1pPr>
          </a:lstStyle>
          <a:p xmlns:a="http://schemas.openxmlformats.org/drawingml/2006/main">
            <a:r>
              <a:t>Click icon or drag to insert image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A30D00B-E72D-393A-23B7-9EE3CBF2F08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5076964" y="1753386"/>
            <a:ext cx="6734587" cy="407237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3B20EF2-1367-C57E-4526-3C4624C9F129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B38074DB-E037-F348-76F2-4E817DAF4E5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76964" y="365126"/>
            <a:ext cx="5485289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6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C6F8A99-4A5F-C828-039D-B31DF20D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28.xml><?xml version="1.0" encoding="utf-8"?>
<p:sldLayout xmlns:p="http://schemas.openxmlformats.org/presentationml/2006/main" preserve="1" userDrawn="1">
  <p:cSld name="Six Photos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6241561d54d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1">
            <a:off x="8115300" y="3082216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3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6241561d54d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200000" flipH="1">
            <a:off x="-2888277" y="2465221"/>
            <a:ext cx="7772400" cy="6581895"/>
          </a:xfrm>
          <a:prstGeom xmlns:a="http://schemas.openxmlformats.org/drawingml/2006/main" prst="rect">
            <a:avLst/>
          </a:prstGeom>
        </p:spPr>
      </p:pic>
      <p:sp>
        <p:nvSpPr>
          <p:cNvPr id="18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E1B3FAEE-4E78-46C7-9DB6-5C22BB3E16FE}"/>
              </a:ext>
            </a:extLst>
          </p:cNvPr>
          <p:cNvSpPr>
            <a:spLocks xmlns:a="http://schemas.openxmlformats.org/drawingml/2006/main" noGrp="1"/>
          </p:cNvSpPr>
          <p:nvPr>
            <p:ph type="pic" idx="28"/>
          </p:nvPr>
        </p:nvSpPr>
        <p:spPr>
          <a:xfrm xmlns:a="http://schemas.openxmlformats.org/drawingml/2006/main">
            <a:off x="381100" y="1295145"/>
            <a:ext cx="3643287" cy="240792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9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539C5952-9101-40EA-8EFD-F1D60A1A9A08}"/>
              </a:ext>
            </a:extLst>
          </p:cNvPr>
          <p:cNvSpPr>
            <a:spLocks xmlns:a="http://schemas.openxmlformats.org/drawingml/2006/main" noGrp="1"/>
          </p:cNvSpPr>
          <p:nvPr>
            <p:ph type="pic" idx="29"/>
          </p:nvPr>
        </p:nvSpPr>
        <p:spPr>
          <a:xfrm xmlns:a="http://schemas.openxmlformats.org/drawingml/2006/main">
            <a:off x="4273564" y="1295145"/>
            <a:ext cx="3643287" cy="240792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20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6493EF8F-CCE9-4B2B-A7E6-77DBCC02838A}"/>
              </a:ext>
            </a:extLst>
          </p:cNvPr>
          <p:cNvSpPr>
            <a:spLocks xmlns:a="http://schemas.openxmlformats.org/drawingml/2006/main" noGrp="1"/>
          </p:cNvSpPr>
          <p:nvPr>
            <p:ph type="pic" idx="30"/>
          </p:nvPr>
        </p:nvSpPr>
        <p:spPr>
          <a:xfrm xmlns:a="http://schemas.openxmlformats.org/drawingml/2006/main">
            <a:off x="8166027" y="1295145"/>
            <a:ext cx="3643287" cy="240792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27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4D42B27E-18C9-491F-981A-22AFA3A63254}"/>
              </a:ext>
            </a:extLst>
          </p:cNvPr>
          <p:cNvSpPr>
            <a:spLocks xmlns:a="http://schemas.openxmlformats.org/drawingml/2006/main" noGrp="1"/>
          </p:cNvSpPr>
          <p:nvPr>
            <p:ph type="pic" idx="31"/>
          </p:nvPr>
        </p:nvSpPr>
        <p:spPr>
          <a:xfrm xmlns:a="http://schemas.openxmlformats.org/drawingml/2006/main">
            <a:off x="381100" y="3927220"/>
            <a:ext cx="3643287" cy="240792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28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1BCAF74B-6018-4C57-A90E-AB54A58B1470}"/>
              </a:ext>
            </a:extLst>
          </p:cNvPr>
          <p:cNvSpPr>
            <a:spLocks xmlns:a="http://schemas.openxmlformats.org/drawingml/2006/main" noGrp="1"/>
          </p:cNvSpPr>
          <p:nvPr>
            <p:ph type="pic" idx="32"/>
          </p:nvPr>
        </p:nvSpPr>
        <p:spPr>
          <a:xfrm xmlns:a="http://schemas.openxmlformats.org/drawingml/2006/main">
            <a:off x="4273564" y="3927220"/>
            <a:ext cx="3643287" cy="240792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29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61217ED4-3DF8-4495-9467-ABDA716D4CF1}"/>
              </a:ext>
            </a:extLst>
          </p:cNvPr>
          <p:cNvSpPr>
            <a:spLocks xmlns:a="http://schemas.openxmlformats.org/drawingml/2006/main" noGrp="1"/>
          </p:cNvSpPr>
          <p:nvPr>
            <p:ph type="pic" idx="33"/>
          </p:nvPr>
        </p:nvSpPr>
        <p:spPr>
          <a:xfrm xmlns:a="http://schemas.openxmlformats.org/drawingml/2006/main">
            <a:off x="8166027" y="3927220"/>
            <a:ext cx="3643287" cy="2407920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2" name="Title 6">
            <a:extLst xmlns:a="http://schemas.openxmlformats.org/drawingml/2006/main">
              <a:ext uri="{FF2B5EF4-FFF2-40B4-BE49-F238E27FC236}">
                <a16:creationId xmlns:a16="http://schemas.microsoft.com/office/drawing/2014/main" id="{F50C5860-AB3E-5F20-190B-C42537A6014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3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6A4B7F7-A434-4362-2786-E208428C5836}"/>
              </a:ext>
            </a:extLst>
          </p:cNvPr>
          <p:cNvSpPr>
            <a:spLocks xmlns:a="http://schemas.openxmlformats.org/drawingml/2006/main" noGrp="1"/>
          </p:cNvSpPr>
          <p:nvPr>
            <p:ph type="sldNum" idx="34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6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8420D37-9930-BE2B-DB86-25542F6E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29.xml><?xml version="1.0" encoding="utf-8"?>
<p:sldLayout xmlns:p="http://schemas.openxmlformats.org/presentationml/2006/main" preserve="1">
  <p:cSld name="Timeline Table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ec41d1261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1">
            <a:off x="8115300" y="3082216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1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ec41d1261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200000" flipH="1">
            <a:off x="-2888277" y="2465221"/>
            <a:ext cx="7772400" cy="6581895"/>
          </a:xfrm>
          <a:prstGeom xmlns:a="http://schemas.openxmlformats.org/drawingml/2006/main" prst="rect">
            <a:avLst/>
          </a:prstGeom>
        </p:spPr>
      </p:pic>
      <p:sp>
        <p:nvSpPr>
          <p:cNvPr id="6" name="Table Placeholder 5">
            <a:extLst xmlns:a="http://schemas.openxmlformats.org/drawingml/2006/main">
              <a:ext uri="{FF2B5EF4-FFF2-40B4-BE49-F238E27FC236}">
                <a16:creationId xmlns:a16="http://schemas.microsoft.com/office/drawing/2014/main" id="{05CE8878-73D0-49A2-BE7D-7B98477652C3}"/>
              </a:ext>
            </a:extLst>
          </p:cNvPr>
          <p:cNvSpPr>
            <a:spLocks xmlns:a="http://schemas.openxmlformats.org/drawingml/2006/main" noGrp="1"/>
          </p:cNvSpPr>
          <p:nvPr>
            <p:ph type="tbl" idx="14"/>
          </p:nvPr>
        </p:nvSpPr>
        <p:spPr>
          <a:xfrm xmlns:a="http://schemas.openxmlformats.org/drawingml/2006/main">
            <a:off x="381101" y="1322388"/>
            <a:ext cx="11429800" cy="488791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Click icon to add table</a:t>
            </a:r>
          </a:p>
        </p:txBody>
      </p:sp>
      <p:sp>
        <p:nvSpPr>
          <p:cNvPr id="7" name="Title 6">
            <a:extLst xmlns:a="http://schemas.openxmlformats.org/drawingml/2006/main">
              <a:ext uri="{FF2B5EF4-FFF2-40B4-BE49-F238E27FC236}">
                <a16:creationId xmlns:a16="http://schemas.microsoft.com/office/drawing/2014/main" id="{D06F8458-66E1-4B4A-BC40-DD2CDA42EB1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2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F358DE1-7065-D151-EBEC-D83CD163417F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5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9490E16-B031-2A46-8848-2C438C90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30.xml><?xml version="1.0" encoding="utf-8"?>
<p:sldLayout xmlns:p="http://schemas.openxmlformats.org/presentationml/2006/main" preserve="1" userDrawn="1">
  <p:cSld name="US Map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9ccf0679b49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1">
            <a:off x="8115300" y="3082216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6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9ccf0679b49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200000" flipH="1">
            <a:off x="-2888277" y="2465221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70" name="Graphic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f5ad2c4274721">
            <a:extLst>
              <a:ext uri="{96DAC541-7B7A-43D3-8B79-37D633B846F1}">
                <asvg:svgBlip xmlns:asvg="http://schemas.microsoft.com/office/drawing/2016/SVG/main" r:embed="R2db2e147f5884dd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98787" y="1398832"/>
            <a:ext cx="7784915" cy="5088179"/>
          </a:xfrm>
          <a:prstGeom xmlns:a="http://schemas.openxmlformats.org/drawingml/2006/main" prst="rect">
            <a:avLst/>
          </a:prstGeom>
        </p:spPr>
      </p:pic>
      <p:sp>
        <p:nvSpPr>
          <p:cNvPr id="64" name="Text Placeholder 63">
            <a:extLst xmlns:a="http://schemas.openxmlformats.org/drawingml/2006/main">
              <a:ext uri="{FF2B5EF4-FFF2-40B4-BE49-F238E27FC236}">
                <a16:creationId xmlns:a16="http://schemas.microsoft.com/office/drawing/2014/main" id="{6A78AED2-D80F-486D-9A5F-7BE35FD8D64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8908928" y="2376238"/>
            <a:ext cx="407195" cy="491402"/>
          </a:xfrm>
          <a:custGeom xmlns:a="http://schemas.openxmlformats.org/drawingml/2006/main">
            <a:gdLst>
              <a:gd name="connsiteX0" fmla="*/ 197521 w 395043"/>
              <a:gd name="connsiteY0" fmla="*/ 127878 h 476860"/>
              <a:gd name="connsiteX1" fmla="*/ 134426 w 395043"/>
              <a:gd name="connsiteY1" fmla="*/ 190974 h 476860"/>
              <a:gd name="connsiteX2" fmla="*/ 197521 w 395043"/>
              <a:gd name="connsiteY2" fmla="*/ 254069 h 476860"/>
              <a:gd name="connsiteX3" fmla="*/ 260616 w 395043"/>
              <a:gd name="connsiteY3" fmla="*/ 190974 h 476860"/>
              <a:gd name="connsiteX4" fmla="*/ 197521 w 395043"/>
              <a:gd name="connsiteY4" fmla="*/ 127878 h 476860"/>
              <a:gd name="connsiteX5" fmla="*/ 197522 w 395043"/>
              <a:gd name="connsiteY5" fmla="*/ 0 h 476860"/>
              <a:gd name="connsiteX6" fmla="*/ 337191 w 395043"/>
              <a:gd name="connsiteY6" fmla="*/ 57853 h 476860"/>
              <a:gd name="connsiteX7" fmla="*/ 337191 w 395043"/>
              <a:gd name="connsiteY7" fmla="*/ 57854 h 476860"/>
              <a:gd name="connsiteX8" fmla="*/ 337191 w 395043"/>
              <a:gd name="connsiteY8" fmla="*/ 337192 h 476860"/>
              <a:gd name="connsiteX9" fmla="*/ 197522 w 395043"/>
              <a:gd name="connsiteY9" fmla="*/ 476860 h 476860"/>
              <a:gd name="connsiteX10" fmla="*/ 57853 w 395043"/>
              <a:gd name="connsiteY10" fmla="*/ 337191 h 476860"/>
              <a:gd name="connsiteX11" fmla="*/ 57853 w 395043"/>
              <a:gd name="connsiteY11" fmla="*/ 57853 h 476860"/>
              <a:gd name="connsiteX12" fmla="*/ 197522 w 395043"/>
              <a:gd name="connsiteY12" fmla="*/ 0 h 476860"/>
            </a:gdLst>
            <a:rect l="l" t="t" r="r" b="b"/>
            <a:pathLst>
              <a:path w="395043" h="476860">
                <a:moveTo>
                  <a:pt x="197521" y="127878"/>
                </a:moveTo>
                <a:cubicBezTo>
                  <a:pt x="162675" y="127878"/>
                  <a:pt x="134426" y="156127"/>
                  <a:pt x="134426" y="190974"/>
                </a:cubicBezTo>
                <a:cubicBezTo>
                  <a:pt x="134427" y="225819"/>
                  <a:pt x="162676" y="254068"/>
                  <a:pt x="197521" y="254069"/>
                </a:cubicBezTo>
                <a:cubicBezTo>
                  <a:pt x="232368" y="254069"/>
                  <a:pt x="260616" y="225820"/>
                  <a:pt x="260616" y="190974"/>
                </a:cubicBezTo>
                <a:cubicBezTo>
                  <a:pt x="260616" y="156127"/>
                  <a:pt x="232368" y="127878"/>
                  <a:pt x="197521" y="127878"/>
                </a:cubicBezTo>
                <a:close/>
                <a:moveTo>
                  <a:pt x="197522" y="0"/>
                </a:moveTo>
                <a:cubicBezTo>
                  <a:pt x="248073" y="0"/>
                  <a:pt x="298623" y="19285"/>
                  <a:pt x="337191" y="57853"/>
                </a:cubicBezTo>
                <a:lnTo>
                  <a:pt x="337191" y="57854"/>
                </a:lnTo>
                <a:cubicBezTo>
                  <a:pt x="414327" y="134991"/>
                  <a:pt x="414327" y="260055"/>
                  <a:pt x="337191" y="337192"/>
                </a:cubicBezTo>
                <a:lnTo>
                  <a:pt x="197522" y="476860"/>
                </a:lnTo>
                <a:lnTo>
                  <a:pt x="57853" y="337191"/>
                </a:lnTo>
                <a:cubicBezTo>
                  <a:pt x="-19284" y="260054"/>
                  <a:pt x="-19284" y="134990"/>
                  <a:pt x="57853" y="57853"/>
                </a:cubicBezTo>
                <a:cubicBezTo>
                  <a:pt x="96421" y="19285"/>
                  <a:pt x="146971" y="0"/>
                  <a:pt x="197522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none" lIns="0" rIns="731520" anchor="ctr">
            <a:noAutofit/>
          </a:bodyPr>
          <a:lstStyle xmlns:a="http://schemas.openxmlformats.org/drawingml/2006/main">
            <a:lvl1pPr marL="0" indent="0" algn="r">
              <a:buNone/>
              <a:defRPr sz="2400" b="1"/>
            </a:lvl1pPr>
          </a:lstStyle>
          <a:p xmlns:a="http://schemas.openxmlformats.org/drawingml/2006/main">
            <a:pPr lvl="0">
              <a:buNone/>
            </a:pPr>
            <a:r>
              <a:t>New York HQ</a:t>
            </a:r>
          </a:p>
        </p:txBody>
      </p:sp>
      <p:sp>
        <p:nvSpPr>
          <p:cNvPr id="3" name="Title 6">
            <a:extLst xmlns:a="http://schemas.openxmlformats.org/drawingml/2006/main">
              <a:ext uri="{FF2B5EF4-FFF2-40B4-BE49-F238E27FC236}">
                <a16:creationId xmlns:a16="http://schemas.microsoft.com/office/drawing/2014/main" id="{E6CEE99A-D840-C23C-397E-4B243E9C5CD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2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E58B877-85EA-76FC-5AF2-E9060F56FE73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6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3DB3E50-B8C1-3BC8-0CAA-B85D61B5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31.xml><?xml version="1.0" encoding="utf-8"?>
<p:sldLayout xmlns:p="http://schemas.openxmlformats.org/presentationml/2006/main" preserve="1" userDrawn="1">
  <p:cSld name="World Map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6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31a4c6ea047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1">
            <a:off x="8115300" y="3082216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56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31a4c6ea047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200000" flipH="1">
            <a:off x="-2888277" y="2465221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566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31a4c6ea04727">
            <a:extLst>
              <a:ext uri="{96DAC541-7B7A-43D3-8B79-37D633B846F1}">
                <asvg:svgBlip xmlns:asvg="http://schemas.microsoft.com/office/drawing/2016/SVG/main" r:embed="R42fde90a5c2f4efe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680" y="1258981"/>
            <a:ext cx="10381787" cy="5114180"/>
          </a:xfrm>
          <a:prstGeom xmlns:a="http://schemas.openxmlformats.org/drawingml/2006/main" prst="rect">
            <a:avLst/>
          </a:prstGeom>
        </p:spPr>
      </p:pic>
      <p:sp>
        <p:nvSpPr>
          <p:cNvPr id="560" name="Text Placeholder 553">
            <a:extLst xmlns:a="http://schemas.openxmlformats.org/drawingml/2006/main">
              <a:ext uri="{FF2B5EF4-FFF2-40B4-BE49-F238E27FC236}">
                <a16:creationId xmlns:a16="http://schemas.microsoft.com/office/drawing/2014/main" id="{D912895C-B21A-4D2F-8D0B-7647A17FE88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109702" y="2595775"/>
            <a:ext cx="470708" cy="568049"/>
          </a:xfrm>
          <a:custGeom xmlns:a="http://schemas.openxmlformats.org/drawingml/2006/main">
            <a:gdLst>
              <a:gd name="connsiteX0" fmla="*/ 197521 w 395043"/>
              <a:gd name="connsiteY0" fmla="*/ 127878 h 476860"/>
              <a:gd name="connsiteX1" fmla="*/ 134426 w 395043"/>
              <a:gd name="connsiteY1" fmla="*/ 190974 h 476860"/>
              <a:gd name="connsiteX2" fmla="*/ 197521 w 395043"/>
              <a:gd name="connsiteY2" fmla="*/ 254069 h 476860"/>
              <a:gd name="connsiteX3" fmla="*/ 260616 w 395043"/>
              <a:gd name="connsiteY3" fmla="*/ 190974 h 476860"/>
              <a:gd name="connsiteX4" fmla="*/ 197521 w 395043"/>
              <a:gd name="connsiteY4" fmla="*/ 127878 h 476860"/>
              <a:gd name="connsiteX5" fmla="*/ 197522 w 395043"/>
              <a:gd name="connsiteY5" fmla="*/ 0 h 476860"/>
              <a:gd name="connsiteX6" fmla="*/ 337191 w 395043"/>
              <a:gd name="connsiteY6" fmla="*/ 57853 h 476860"/>
              <a:gd name="connsiteX7" fmla="*/ 337191 w 395043"/>
              <a:gd name="connsiteY7" fmla="*/ 57854 h 476860"/>
              <a:gd name="connsiteX8" fmla="*/ 337191 w 395043"/>
              <a:gd name="connsiteY8" fmla="*/ 337192 h 476860"/>
              <a:gd name="connsiteX9" fmla="*/ 197522 w 395043"/>
              <a:gd name="connsiteY9" fmla="*/ 476860 h 476860"/>
              <a:gd name="connsiteX10" fmla="*/ 57853 w 395043"/>
              <a:gd name="connsiteY10" fmla="*/ 337191 h 476860"/>
              <a:gd name="connsiteX11" fmla="*/ 57853 w 395043"/>
              <a:gd name="connsiteY11" fmla="*/ 57853 h 476860"/>
              <a:gd name="connsiteX12" fmla="*/ 197522 w 395043"/>
              <a:gd name="connsiteY12" fmla="*/ 0 h 476860"/>
            </a:gdLst>
            <a:rect l="l" t="t" r="r" b="b"/>
            <a:pathLst>
              <a:path w="395043" h="476860">
                <a:moveTo>
                  <a:pt x="197521" y="127878"/>
                </a:moveTo>
                <a:cubicBezTo>
                  <a:pt x="162675" y="127878"/>
                  <a:pt x="134426" y="156127"/>
                  <a:pt x="134426" y="190974"/>
                </a:cubicBezTo>
                <a:cubicBezTo>
                  <a:pt x="134427" y="225819"/>
                  <a:pt x="162676" y="254068"/>
                  <a:pt x="197521" y="254069"/>
                </a:cubicBezTo>
                <a:cubicBezTo>
                  <a:pt x="232368" y="254069"/>
                  <a:pt x="260616" y="225820"/>
                  <a:pt x="260616" y="190974"/>
                </a:cubicBezTo>
                <a:cubicBezTo>
                  <a:pt x="260616" y="156127"/>
                  <a:pt x="232368" y="127878"/>
                  <a:pt x="197521" y="127878"/>
                </a:cubicBezTo>
                <a:close/>
                <a:moveTo>
                  <a:pt x="197522" y="0"/>
                </a:moveTo>
                <a:cubicBezTo>
                  <a:pt x="248073" y="0"/>
                  <a:pt x="298623" y="19285"/>
                  <a:pt x="337191" y="57853"/>
                </a:cubicBezTo>
                <a:lnTo>
                  <a:pt x="337191" y="57854"/>
                </a:lnTo>
                <a:cubicBezTo>
                  <a:pt x="414327" y="134991"/>
                  <a:pt x="414327" y="260055"/>
                  <a:pt x="337191" y="337192"/>
                </a:cubicBezTo>
                <a:lnTo>
                  <a:pt x="197522" y="476860"/>
                </a:lnTo>
                <a:lnTo>
                  <a:pt x="57853" y="337191"/>
                </a:lnTo>
                <a:cubicBezTo>
                  <a:pt x="-19284" y="260054"/>
                  <a:pt x="-19284" y="134990"/>
                  <a:pt x="57853" y="57853"/>
                </a:cubicBezTo>
                <a:cubicBezTo>
                  <a:pt x="96421" y="19285"/>
                  <a:pt x="146971" y="0"/>
                  <a:pt x="197522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none" lIns="640080" anchor="ctr">
            <a:noAutofit/>
          </a:bodyPr>
          <a:lstStyle xmlns:a="http://schemas.openxmlformats.org/drawingml/2006/main">
            <a:lvl1pPr marL="0" indent="0">
              <a:buNone/>
              <a:defRPr sz="2400" b="1"/>
            </a:lvl1pPr>
          </a:lstStyle>
          <a:p xmlns:a="http://schemas.openxmlformats.org/drawingml/2006/main">
            <a:pPr lvl="0">
              <a:buNone/>
            </a:pPr>
            <a:r>
              <a:t>Bucharest, Romania</a:t>
            </a:r>
          </a:p>
        </p:txBody>
      </p:sp>
      <p:sp>
        <p:nvSpPr>
          <p:cNvPr id="2" name="Title 6">
            <a:extLst xmlns:a="http://schemas.openxmlformats.org/drawingml/2006/main">
              <a:ext uri="{FF2B5EF4-FFF2-40B4-BE49-F238E27FC236}">
                <a16:creationId xmlns:a16="http://schemas.microsoft.com/office/drawing/2014/main" id="{AB6EADF3-371B-7A8E-C9E0-7A7225A23A0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3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9253438-5274-80B6-0577-F2E0DCD931A7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6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7D335A91-3F72-182B-E4A2-8D8DB4BC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32.xml><?xml version="1.0" encoding="utf-8"?>
<p:sldLayout xmlns:p="http://schemas.openxmlformats.org/presentationml/2006/main" preserve="1" userDrawn="1">
  <p:cSld name="Demo Video-orange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3c668ec674d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19349" y="2526175"/>
            <a:ext cx="13024608" cy="7326342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8CC0EE-3684-1C4F-014D-17BE8970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4616"/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20" tIns="45720" rIns="45720" bIns="45720" anchor="t">
            <a:noAutofit/>
          </a:bodyPr>
          <a:lstStyle xmlns:a="http://schemas.openxmlformats.org/drawingml/2006/main"/>
          <a:p xmlns:a="http://schemas.openxmlformats.org/drawingml/2006/main">
            <a:pPr algn="l" defTabSz="457200">
              <a:buNone/>
            </a:pPr>
          </a:p>
        </p:txBody>
      </p:sp>
      <p:sp>
        <p:nvSpPr>
          <p:cNvPr id="12" name="Title 1">
            <a:extLst xmlns:a="http://schemas.openxmlformats.org/drawingml/2006/main">
              <a:ext uri="{FF2B5EF4-FFF2-40B4-BE49-F238E27FC236}">
                <a16:creationId xmlns:a16="http://schemas.microsoft.com/office/drawing/2014/main" id="{79277D35-3A49-7880-0079-BBA83D44733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1583771"/>
            <a:ext cx="4076699" cy="44572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BDCD1AB-C397-81C3-E3C5-C6380721DA27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1" y="2029493"/>
            <a:ext cx="4076700" cy="33012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0">
              <a:buNone/>
            </a:pPr>
          </a:p>
        </p:txBody>
      </p:sp>
      <p:pic>
        <p:nvPicPr>
          <p:cNvPr id="32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d21e07a1d4b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2317" y="43252"/>
            <a:ext cx="10454823" cy="6400800"/>
          </a:xfrm>
          <a:prstGeom xmlns:a="http://schemas.openxmlformats.org/drawingml/2006/main" prst="rect">
            <a:avLst/>
          </a:prstGeom>
        </p:spPr>
      </p:pic>
      <p:sp>
        <p:nvSpPr>
          <p:cNvPr id="25" name="Media Placeholder 6">
            <a:extLst xmlns:a="http://schemas.openxmlformats.org/drawingml/2006/main">
              <a:ext uri="{FF2B5EF4-FFF2-40B4-BE49-F238E27FC236}">
                <a16:creationId xmlns:a16="http://schemas.microsoft.com/office/drawing/2014/main" id="{B5E89410-82EE-8517-CB0F-31F3A8CFF2BF}"/>
              </a:ext>
            </a:extLst>
          </p:cNvPr>
          <p:cNvSpPr>
            <a:spLocks xmlns:a="http://schemas.openxmlformats.org/drawingml/2006/main" noGrp="1"/>
          </p:cNvSpPr>
          <p:nvPr>
            <p:ph type="media" idx="31" hasCustomPrompt="1"/>
          </p:nvPr>
        </p:nvSpPr>
        <p:spPr>
          <a:xfrm xmlns:a="http://schemas.openxmlformats.org/drawingml/2006/main">
            <a:off x="4857225" y="1155429"/>
            <a:ext cx="7406774" cy="4175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video</a:t>
            </a:r>
          </a:p>
        </p:txBody>
      </p:sp>
      <p:sp>
        <p:nvSpPr>
          <p:cNvPr id="6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CA1A1F8-F5AB-9534-B9D5-D59825B1AC06}"/>
              </a:ext>
            </a:extLst>
          </p:cNvPr>
          <p:cNvSpPr>
            <a:spLocks xmlns:a="http://schemas.openxmlformats.org/drawingml/2006/main" noGrp="1"/>
          </p:cNvSpPr>
          <p:nvPr>
            <p:ph type="pic" idx="32"/>
          </p:nvPr>
        </p:nvSpPr>
        <p:spPr>
          <a:xfrm xmlns:a="http://schemas.openxmlformats.org/drawingml/2006/main">
            <a:off x="381000" y="433388"/>
            <a:ext cx="4076700" cy="7223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CE08A71-23CD-F432-A23D-E745679D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E648841-41C1-DD7A-819F-CEEC10C811E5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133.xml><?xml version="1.0" encoding="utf-8"?>
<p:sldLayout xmlns:p="http://schemas.openxmlformats.org/presentationml/2006/main" showMasterSp="0" preserve="1" userDrawn="1">
  <p:cSld name="1_Demo Video-teal-dark-mod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404F40-72EB-EC70-7240-BB0D1451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99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20" tIns="45720" rIns="45720" bIns="45720" anchor="t">
            <a:noAutofit/>
          </a:bodyPr>
          <a:lstStyle xmlns:a="http://schemas.openxmlformats.org/drawingml/2006/main"/>
          <a:p xmlns:a="http://schemas.openxmlformats.org/drawingml/2006/main">
            <a:pPr algn="l" defTabSz="457200">
              <a:buNone/>
            </a:pPr>
          </a:p>
        </p:txBody>
      </p:sp>
      <p:pic>
        <p:nvPicPr>
          <p:cNvPr id="1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d2a6a644e4a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19349" y="2526175"/>
            <a:ext cx="13024608" cy="7326342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8CC0EE-3684-1C4F-014D-17BE8970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20" tIns="45720" rIns="45720" bIns="45720" anchor="t">
            <a:noAutofit/>
          </a:bodyPr>
          <a:lstStyle xmlns:a="http://schemas.openxmlformats.org/drawingml/2006/main"/>
          <a:p xmlns:a="http://schemas.openxmlformats.org/drawingml/2006/main">
            <a:pPr algn="l" defTabSz="457200">
              <a:buNone/>
            </a:pPr>
          </a:p>
        </p:txBody>
      </p:sp>
      <p:pic>
        <p:nvPicPr>
          <p:cNvPr id="2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8d36c8fdc43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2317" y="43252"/>
            <a:ext cx="10454823" cy="6400800"/>
          </a:xfrm>
          <a:prstGeom xmlns:a="http://schemas.openxmlformats.org/drawingml/2006/main" prst="rect">
            <a:avLst/>
          </a:prstGeom>
        </p:spPr>
      </p:pic>
      <p:sp>
        <p:nvSpPr>
          <p:cNvPr id="10" name="Media Placeholder 6">
            <a:extLst xmlns:a="http://schemas.openxmlformats.org/drawingml/2006/main">
              <a:ext uri="{FF2B5EF4-FFF2-40B4-BE49-F238E27FC236}">
                <a16:creationId xmlns:a16="http://schemas.microsoft.com/office/drawing/2014/main" id="{6019A792-5A23-1319-A310-5ED831A62B6A}"/>
              </a:ext>
            </a:extLst>
          </p:cNvPr>
          <p:cNvSpPr>
            <a:spLocks xmlns:a="http://schemas.openxmlformats.org/drawingml/2006/main" noGrp="1"/>
          </p:cNvSpPr>
          <p:nvPr>
            <p:ph type="media" idx="31" hasCustomPrompt="1"/>
          </p:nvPr>
        </p:nvSpPr>
        <p:spPr>
          <a:xfrm xmlns:a="http://schemas.openxmlformats.org/drawingml/2006/main">
            <a:off x="4857225" y="1155429"/>
            <a:ext cx="7406774" cy="4175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UiPath</a:t>
            </a:r>
          </a:p>
        </p:txBody>
      </p:sp>
      <p:pic>
        <p:nvPicPr>
          <p:cNvPr id="2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f4337c6464ec8"/>
          <a:stretch xmlns:a="http://schemas.openxmlformats.org/drawingml/2006/main"/>
        </p:blipFill>
        <p:spPr>
          <a:xfrm xmlns:a="http://schemas.openxmlformats.org/drawingml/2006/main">
            <a:off x="10909330" y="362417"/>
            <a:ext cx="836071" cy="417335"/>
          </a:xfrm>
          <a:prstGeom xmlns:a="http://schemas.openxmlformats.org/drawingml/2006/main" prst="rect">
            <a:avLst/>
          </a:prstGeom>
        </p:spPr>
      </p:pic>
      <p:sp>
        <p:nvSpPr>
          <p:cNvPr id="9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DF8A157-8F31-D763-8E6E-7703E56D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CE40553F-42E6-97FB-887D-FB994286933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1583771"/>
            <a:ext cx="4076699" cy="44572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 i="0">
                <a:solidFill>
                  <a:srgbClr val="18212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UiPath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F808D8-DA5A-D620-4610-3E212B6200B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1" y="2029493"/>
            <a:ext cx="4076700" cy="33012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Clr>
                <a:schemeClr val="bg1"/>
              </a:buClr>
              <a:buNone/>
              <a:defRPr sz="1800">
                <a:solidFill>
                  <a:srgbClr val="182126"/>
                </a:solidFill>
              </a:defRPr>
            </a:lvl1pPr>
            <a:lvl2pPr>
              <a:buNone/>
              <a:defRPr>
                <a:solidFill>
                  <a:srgbClr val="182126"/>
                </a:solidFill>
              </a:defRPr>
            </a:lvl2pPr>
            <a:lvl3pPr>
              <a:buNone/>
              <a:defRPr>
                <a:solidFill>
                  <a:srgbClr val="182126"/>
                </a:solidFill>
              </a:defRPr>
            </a:lvl3pPr>
            <a:lvl4pPr>
              <a:buNone/>
              <a:defRPr>
                <a:solidFill>
                  <a:srgbClr val="182126"/>
                </a:solidFill>
              </a:defRPr>
            </a:lvl4pPr>
            <a:lvl5pPr>
              <a:buNone/>
              <a:defRPr>
                <a:solidFill>
                  <a:srgbClr val="182126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UiPath</a:t>
            </a:r>
          </a:p>
        </p:txBody>
      </p:sp>
      <p:sp>
        <p:nvSpPr>
          <p:cNvPr id="1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955D126-9425-10B7-C1CF-F02568D7DE01}"/>
              </a:ext>
            </a:extLst>
          </p:cNvPr>
          <p:cNvSpPr>
            <a:spLocks xmlns:a="http://schemas.openxmlformats.org/drawingml/2006/main" noGrp="1"/>
          </p:cNvSpPr>
          <p:nvPr>
            <p:ph type="pic" idx="32"/>
          </p:nvPr>
        </p:nvSpPr>
        <p:spPr>
          <a:xfrm xmlns:a="http://schemas.openxmlformats.org/drawingml/2006/main">
            <a:off x="381000" y="433388"/>
            <a:ext cx="4076700" cy="7223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8F944BA-7B8D-8D77-0EE9-433B75B8155A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134.xml><?xml version="1.0" encoding="utf-8"?>
<p:sldLayout xmlns:p="http://schemas.openxmlformats.org/presentationml/2006/main" preserve="1" userDrawn="1">
  <p:cSld name="Demo Video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ba903b08b4f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1">
            <a:off x="8115300" y="3082216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3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ba903b08b4f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200000" flipH="1">
            <a:off x="-2888277" y="2465221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31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ddf762f3242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2317" y="43252"/>
            <a:ext cx="10454823" cy="6400800"/>
          </a:xfrm>
          <a:prstGeom xmlns:a="http://schemas.openxmlformats.org/drawingml/2006/main" prst="rect">
            <a:avLst/>
          </a:prstGeom>
        </p:spPr>
      </p:pic>
      <p:sp>
        <p:nvSpPr>
          <p:cNvPr id="25" name="Media Placeholder 6">
            <a:extLst xmlns:a="http://schemas.openxmlformats.org/drawingml/2006/main">
              <a:ext uri="{FF2B5EF4-FFF2-40B4-BE49-F238E27FC236}">
                <a16:creationId xmlns:a16="http://schemas.microsoft.com/office/drawing/2014/main" id="{B5E89410-82EE-8517-CB0F-31F3A8CFF2BF}"/>
              </a:ext>
            </a:extLst>
          </p:cNvPr>
          <p:cNvSpPr>
            <a:spLocks xmlns:a="http://schemas.openxmlformats.org/drawingml/2006/main" noGrp="1"/>
          </p:cNvSpPr>
          <p:nvPr>
            <p:ph type="media" idx="31" hasCustomPrompt="1"/>
          </p:nvPr>
        </p:nvSpPr>
        <p:spPr>
          <a:xfrm xmlns:a="http://schemas.openxmlformats.org/drawingml/2006/main">
            <a:off x="4857225" y="1155429"/>
            <a:ext cx="7406774" cy="4175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video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78576-EAA5-5EE7-4563-B5E605F18C7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1583771"/>
            <a:ext cx="4076699" cy="44572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add text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67742B-0D2F-9DF0-01A6-0DC9F69D7B7E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81001" y="2029493"/>
            <a:ext cx="4076700" cy="33012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0">
              <a:buNone/>
            </a:pPr>
          </a:p>
        </p:txBody>
      </p:sp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521FC0E-6504-F363-FAC7-9918CE2D984D}"/>
              </a:ext>
            </a:extLst>
          </p:cNvPr>
          <p:cNvSpPr>
            <a:spLocks xmlns:a="http://schemas.openxmlformats.org/drawingml/2006/main" noGrp="1"/>
          </p:cNvSpPr>
          <p:nvPr>
            <p:ph type="pic" idx="32"/>
          </p:nvPr>
        </p:nvSpPr>
        <p:spPr>
          <a:xfrm xmlns:a="http://schemas.openxmlformats.org/drawingml/2006/main">
            <a:off x="381000" y="433388"/>
            <a:ext cx="4076700" cy="7223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DEC4B41-C350-7F42-9F3C-670CB1AD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sp>
        <p:nvSpPr>
          <p:cNvPr id="8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23733C7-509C-21D2-4E6F-49F3C9E27062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135.xml><?xml version="1.0" encoding="utf-8"?>
<p:sldLayout xmlns:p="http://schemas.openxmlformats.org/presentationml/2006/main" preserve="1" userDrawn="1">
  <p:cSld name="Demo Video-centered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ab8b2f0454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474270" flipH="1" flipV="1">
            <a:off x="8580854" y="1020333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ab8b2f0454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7681070" flipH="1">
            <a:off x="-3057723" y="1958266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17" name="Graphic 9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711ad98e645be">
            <a:extLst>
              <a:ext uri="{96DAC541-7B7A-43D3-8B79-37D633B846F1}">
                <asvg:svgBlip xmlns:asvg="http://schemas.microsoft.com/office/drawing/2016/SVG/main" r:embed="Re57446dbc1b0487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2706" y="715198"/>
            <a:ext cx="9304268" cy="5352540"/>
          </a:xfrm>
          <a:prstGeom xmlns:a="http://schemas.openxmlformats.org/drawingml/2006/main" prst="rect">
            <a:avLst/>
          </a:prstGeom>
        </p:spPr>
      </p:pic>
      <p:pic>
        <p:nvPicPr>
          <p:cNvPr id="1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711ad98e645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727" y="43252"/>
            <a:ext cx="10454823" cy="6400800"/>
          </a:xfrm>
          <a:prstGeom xmlns:a="http://schemas.openxmlformats.org/drawingml/2006/main" prst="rect">
            <a:avLst/>
          </a:prstGeom>
        </p:spPr>
      </p:pic>
      <p:pic>
        <p:nvPicPr>
          <p:cNvPr id="19" name="Graphic 1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711ad98e645be">
            <a:extLst>
              <a:ext uri="{96DAC541-7B7A-43D3-8B79-37D633B846F1}">
                <asvg:svgBlip xmlns:asvg="http://schemas.microsoft.com/office/drawing/2016/SVG/main" r:embed="Re57446dbc1b0487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2706" y="715198"/>
            <a:ext cx="9304268" cy="5352540"/>
          </a:xfrm>
          <a:prstGeom xmlns:a="http://schemas.openxmlformats.org/drawingml/2006/main" prst="rect">
            <a:avLst/>
          </a:prstGeom>
        </p:spPr>
      </p:pic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7A62C29-4711-4F5D-CC9A-DC19EE9D0404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8" name="Media Placeholder 6">
            <a:extLst xmlns:a="http://schemas.openxmlformats.org/drawingml/2006/main">
              <a:ext uri="{FF2B5EF4-FFF2-40B4-BE49-F238E27FC236}">
                <a16:creationId xmlns:a16="http://schemas.microsoft.com/office/drawing/2014/main" id="{53D1A285-489D-FBF8-AB61-3F8A630A72C8}"/>
              </a:ext>
            </a:extLst>
          </p:cNvPr>
          <p:cNvSpPr>
            <a:spLocks xmlns:a="http://schemas.openxmlformats.org/drawingml/2006/main" noGrp="1"/>
          </p:cNvSpPr>
          <p:nvPr>
            <p:ph type="media" idx="30" hasCustomPrompt="1"/>
          </p:nvPr>
        </p:nvSpPr>
        <p:spPr>
          <a:xfrm xmlns:a="http://schemas.openxmlformats.org/drawingml/2006/main">
            <a:off x="2388635" y="1155429"/>
            <a:ext cx="7406774" cy="41753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video</a:t>
            </a:r>
          </a:p>
        </p:txBody>
      </p:sp>
      <p:sp>
        <p:nvSpPr>
          <p:cNvPr id="5" name="Title 6">
            <a:extLst xmlns:a="http://schemas.openxmlformats.org/drawingml/2006/main">
              <a:ext uri="{FF2B5EF4-FFF2-40B4-BE49-F238E27FC236}">
                <a16:creationId xmlns:a16="http://schemas.microsoft.com/office/drawing/2014/main" id="{1D2C7D8E-693F-3FAC-9BCA-371D1D40D3F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9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2D9B0CA-7A3D-665C-9716-49A35F0E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36.xml><?xml version="1.0" encoding="utf-8"?>
<p:sldLayout xmlns:p="http://schemas.openxmlformats.org/presentationml/2006/main" preserve="1" userDrawn="1">
  <p:cSld name="Demo Video-alternative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Graphic 9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9eb45f56d4bb1">
            <a:extLst>
              <a:ext uri="{96DAC541-7B7A-43D3-8B79-37D633B846F1}">
                <asvg:svgBlip xmlns:asvg="http://schemas.microsoft.com/office/drawing/2016/SVG/main" r:embed="R138fc02180e9459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2706" y="715198"/>
            <a:ext cx="9304268" cy="5352540"/>
          </a:xfrm>
          <a:prstGeom xmlns:a="http://schemas.openxmlformats.org/drawingml/2006/main" prst="rect">
            <a:avLst/>
          </a:prstGeom>
        </p:spPr>
      </p:pic>
      <p:pic>
        <p:nvPicPr>
          <p:cNvPr id="15" name="Graphic 1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9eb45f56d4bb1">
            <a:extLst>
              <a:ext uri="{96DAC541-7B7A-43D3-8B79-37D633B846F1}">
                <asvg:svgBlip xmlns:asvg="http://schemas.microsoft.com/office/drawing/2016/SVG/main" r:embed="R138fc02180e9459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2706" y="715198"/>
            <a:ext cx="9304268" cy="5352540"/>
          </a:xfrm>
          <a:prstGeom xmlns:a="http://schemas.openxmlformats.org/drawingml/2006/main" prst="rect">
            <a:avLst/>
          </a:prstGeom>
        </p:spPr>
      </p:pic>
      <p:sp>
        <p:nvSpPr>
          <p:cNvPr id="8" name="Title 6">
            <a:extLst xmlns:a="http://schemas.openxmlformats.org/drawingml/2006/main">
              <a:ext uri="{FF2B5EF4-FFF2-40B4-BE49-F238E27FC236}">
                <a16:creationId xmlns:a16="http://schemas.microsoft.com/office/drawing/2014/main" id="{223966C2-4D0F-2A1B-88F3-361239C3ED8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pic>
        <p:nvPicPr>
          <p:cNvPr id="17" name="Graphic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aa929918f4b07">
            <a:extLst>
              <a:ext uri="{96DAC541-7B7A-43D3-8B79-37D633B846F1}">
                <asvg:svgBlip xmlns:asvg="http://schemas.microsoft.com/office/drawing/2016/SVG/main" r:embed="Rb77d53c20bbe442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1">
            <a:off x="0" y="5579504"/>
            <a:ext cx="1774080" cy="1188000"/>
          </a:xfrm>
          <a:prstGeom xmlns:a="http://schemas.openxmlformats.org/drawingml/2006/main" prst="rect">
            <a:avLst/>
          </a:prstGeom>
        </p:spPr>
      </p:pic>
      <p:pic>
        <p:nvPicPr>
          <p:cNvPr id="18" name="Graphic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c558b8d6646ed">
            <a:extLst>
              <a:ext uri="{96DAC541-7B7A-43D3-8B79-37D633B846F1}">
                <asvg:svgBlip xmlns:asvg="http://schemas.microsoft.com/office/drawing/2016/SVG/main" r:embed="Rc877c138a21a4a3c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17570" y="5579504"/>
            <a:ext cx="1774079" cy="1188000"/>
          </a:xfrm>
          <a:prstGeom xmlns:a="http://schemas.openxmlformats.org/drawingml/2006/main" prst="rect">
            <a:avLst/>
          </a:prstGeom>
        </p:spPr>
      </p:pic>
      <p:sp>
        <p:nvSpPr>
          <p:cNvPr id="9" name="Media Placeholder 6">
            <a:extLst xmlns:a="http://schemas.openxmlformats.org/drawingml/2006/main">
              <a:ext uri="{FF2B5EF4-FFF2-40B4-BE49-F238E27FC236}">
                <a16:creationId xmlns:a16="http://schemas.microsoft.com/office/drawing/2014/main" id="{93CE8F70-B549-DBCC-C5A8-2FE87B15FE7A}"/>
              </a:ext>
            </a:extLst>
          </p:cNvPr>
          <p:cNvSpPr>
            <a:spLocks xmlns:a="http://schemas.openxmlformats.org/drawingml/2006/main" noGrp="1"/>
          </p:cNvSpPr>
          <p:nvPr>
            <p:ph type="media" idx="30" hasCustomPrompt="1"/>
          </p:nvPr>
        </p:nvSpPr>
        <p:spPr>
          <a:xfrm xmlns:a="http://schemas.openxmlformats.org/drawingml/2006/main">
            <a:off x="1777233" y="1175657"/>
            <a:ext cx="8640162" cy="487064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video</a:t>
            </a:r>
          </a:p>
        </p:txBody>
      </p:sp>
    </p:spTree>
  </p:cSld>
  <p:hf hdr="0" ftr="0" dt="0"/>
</p:sldLayout>
</file>

<file path=ppt/slideLayouts/slideLayout137.xml><?xml version="1.0" encoding="utf-8"?>
<p:sldLayout xmlns:p="http://schemas.openxmlformats.org/presentationml/2006/main" showMasterSp="0" preserve="1" userDrawn="1">
  <p:cSld name="Full Screeen Video-dark-mo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edia Placeholder 6">
            <a:extLst xmlns:a="http://schemas.openxmlformats.org/drawingml/2006/main">
              <a:ext uri="{FF2B5EF4-FFF2-40B4-BE49-F238E27FC236}">
                <a16:creationId xmlns:a16="http://schemas.microsoft.com/office/drawing/2014/main" id="{D4C87C79-4B41-EB43-DBFD-BB5B54198860}"/>
              </a:ext>
            </a:extLst>
          </p:cNvPr>
          <p:cNvSpPr>
            <a:spLocks xmlns:a="http://schemas.openxmlformats.org/drawingml/2006/main" noGrp="1"/>
          </p:cNvSpPr>
          <p:nvPr>
            <p:ph type="media" idx="30" hasCustomPrompt="1"/>
          </p:nvPr>
        </p:nvSpPr>
        <p:spPr>
          <a:xfrm xmlns:a="http://schemas.openxmlformats.org/drawingml/2006/main">
            <a:off x="0" y="0"/>
            <a:ext cx="12192000" cy="6872898"/>
          </a:xfrm>
        </p:spPr>
        <p:txBody>
          <a:bodyPr xmlns:a="http://schemas.openxmlformats.org/drawingml/2006/main"/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None/>
              <a:defRPr/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None/>
            </a:pPr>
            <a:r>
              <a:t>Full screen video. Click icon to insert media.</a:t>
            </a:r>
          </a:p>
        </p:txBody>
      </p:sp>
    </p:spTree>
  </p:cSld>
  <p:hf hdr="0" ftr="0" dt="0"/>
</p:sldLayout>
</file>

<file path=ppt/slideLayouts/slideLayout138.xml><?xml version="1.0" encoding="utf-8"?>
<p:sldLayout xmlns:p="http://schemas.openxmlformats.org/presentationml/2006/main" showMasterSp="0" preserve="1" userDrawn="1">
  <p:cSld name="Full Screen Photo + Heading-dark-mode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F6851EF3-E456-437C-A6B0-4799E41CBB80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1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None/>
              <a:defRPr baseline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None/>
            </a:pPr>
            <a:r>
              <a:t>Click icon or drag to insert image</a:t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9F34E493-A0B9-B4E1-E6DF-EB2162A19B2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1364401" cy="81053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pic>
        <p:nvPicPr>
          <p:cNvPr id="1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fe1d4d0bf43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09330" y="362285"/>
            <a:ext cx="836071" cy="417600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139.xml><?xml version="1.0" encoding="utf-8"?>
<p:sldLayout xmlns:p="http://schemas.openxmlformats.org/presentationml/2006/main" showMasterSp="0" preserve="1">
  <p:cSld name="Headline Only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05247E-9544-5500-21FA-D248F7515A6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5"/>
            <a:ext cx="10181253" cy="82202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pic>
        <p:nvPicPr>
          <p:cNvPr id="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7d7f15fc04b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09330" y="362285"/>
            <a:ext cx="836071" cy="417600"/>
          </a:xfrm>
          <a:prstGeom xmlns:a="http://schemas.openxmlformats.org/drawingml/2006/main" prst="rect">
            <a:avLst/>
          </a:prstGeom>
        </p:spPr>
      </p:pic>
      <p:sp>
        <p:nvSpPr>
          <p:cNvPr id="3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2D7B59E-5036-F117-D342-9FF6CCF8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48195E8-7825-DB85-3CCA-D020F66EEBDF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140.xml><?xml version="1.0" encoding="utf-8"?>
<p:sldLayout xmlns:p="http://schemas.openxmlformats.org/presentationml/2006/main" showMasterSp="0" preserve="1">
  <p:cSld name="Headline Only + waves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4d53b8dc34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474270" flipH="1" flipV="1">
            <a:off x="9393654" y="1223533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1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4d53b8dc34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7681070" flipH="1">
            <a:off x="-4192458" y="2365241"/>
            <a:ext cx="7772400" cy="6581895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05247E-9544-5500-21FA-D248F7515A6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5"/>
            <a:ext cx="10181253" cy="82202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pic>
        <p:nvPicPr>
          <p:cNvPr id="1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c483e6d0b47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09330" y="362285"/>
            <a:ext cx="836071" cy="417600"/>
          </a:xfrm>
          <a:prstGeom xmlns:a="http://schemas.openxmlformats.org/drawingml/2006/main" prst="rect">
            <a:avLst/>
          </a:prstGeom>
        </p:spPr>
      </p:pic>
      <p:sp>
        <p:nvSpPr>
          <p:cNvPr id="3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2D7B59E-5036-F117-D342-9FF6CCF8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48195E8-7825-DB85-3CCA-D020F66EEBDF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141.xml><?xml version="1.0" encoding="utf-8"?>
<p:sldLayout xmlns:p="http://schemas.openxmlformats.org/presentationml/2006/main" preserve="1" userDrawn="1">
  <p:cSld name="Headline + Lead line-dark-m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46af0637b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474270" flipH="1" flipV="1">
            <a:off x="9393654" y="1223533"/>
            <a:ext cx="7772400" cy="6581895"/>
          </a:xfrm>
          <a:prstGeom xmlns:a="http://schemas.openxmlformats.org/drawingml/2006/main" prst="rect">
            <a:avLst/>
          </a:prstGeom>
        </p:spPr>
      </p:pic>
      <p:pic>
        <p:nvPicPr>
          <p:cNvPr id="1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46af0637b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7681070" flipH="1">
            <a:off x="-4192458" y="2365241"/>
            <a:ext cx="7772400" cy="6581895"/>
          </a:xfrm>
          <a:prstGeom xmlns:a="http://schemas.openxmlformats.org/drawingml/2006/main" prst="rect">
            <a:avLst/>
          </a:prstGeom>
        </p:spPr>
      </p:pic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227EE4-DCAF-FE08-AE3E-E91A0BDBD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3" name="Title 6">
            <a:extLst xmlns:a="http://schemas.openxmlformats.org/drawingml/2006/main">
              <a:ext uri="{FF2B5EF4-FFF2-40B4-BE49-F238E27FC236}">
                <a16:creationId xmlns:a16="http://schemas.microsoft.com/office/drawing/2014/main" id="{839CF225-64D0-BFEC-4CB0-01313D5CE43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57806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C9C04FB9-743A-942E-9C3E-8C94CB476C75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81099" y="974512"/>
            <a:ext cx="10181154" cy="249299"/>
          </a:xfrm>
        </p:spPr>
        <p:txBody>
          <a:bodyPr xmlns:a="http://schemas.openxmlformats.org/drawingml/2006/main" wrap="square" tIns="0" anchor="b">
            <a:spAutoFit/>
          </a:bodyPr>
          <a:lstStyle xmlns:a="http://schemas.openxmlformats.org/drawingml/2006/main">
            <a:lvl1pPr marL="0" indent="0">
              <a:lnSpc>
                <a:spcPct val="90000"/>
              </a:lnSpc>
              <a:spcBef>
                <a:spcPts val="500"/>
              </a:spcBef>
              <a:buNone/>
              <a:defRPr sz="1800" b="0" spc="0" baseline="0"/>
            </a:lvl1pPr>
            <a:lvl2pPr>
              <a:spcBef>
                <a:spcPts val="0"/>
              </a:spcBef>
              <a:buNone/>
              <a:defRPr sz="1500" b="0" spc="-30"/>
            </a:lvl2pPr>
            <a:lvl3pPr>
              <a:spcBef>
                <a:spcPts val="0"/>
              </a:spcBef>
              <a:buNone/>
              <a:defRPr sz="1500" b="0" spc="-30"/>
            </a:lvl3pPr>
            <a:lvl4pPr>
              <a:spcBef>
                <a:spcPts val="0"/>
              </a:spcBef>
              <a:buNone/>
              <a:defRPr sz="1500" b="0" spc="-30"/>
            </a:lvl4pPr>
            <a:lvl5pPr>
              <a:spcBef>
                <a:spcPts val="0"/>
              </a:spcBef>
              <a:buNone/>
              <a:defRPr sz="1500" b="0" spc="-30"/>
            </a:lvl5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3B9CB03-3704-E7E9-99D7-05271515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hf hdr="0" ftr="0" dt="0"/>
</p:sldLayout>
</file>

<file path=ppt/slideLayouts/slideLayout142.xml><?xml version="1.0" encoding="utf-8"?>
<p:sldLayout xmlns:p="http://schemas.openxmlformats.org/presentationml/2006/main" preserve="1" userDrawn="1">
  <p:cSld name="Blank Custom Layout-dark-mo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16ED4CB-D8DE-14E6-63AB-1CB7AA66DF28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1353800" y="6373164"/>
            <a:ext cx="457200" cy="3143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</p:spTree>
  </p:cSld>
  <p:hf hdr="0" ftr="0" dt="0"/>
</p:sldLayout>
</file>

<file path=ppt/slideLayouts/slideLayout143.xml><?xml version="1.0" encoding="utf-8"?>
<p:sldLayout xmlns:p="http://schemas.openxmlformats.org/presentationml/2006/main" showMasterSp="0" preserve="1" userDrawn="1">
  <p:cSld name="Thank You Slide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0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59202bfd64c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4572928" flipH="1" flipV="1">
            <a:off x="7689862" y="1159334"/>
            <a:ext cx="7772400" cy="6581895"/>
          </a:xfrm>
          <a:prstGeom xmlns:a="http://schemas.openxmlformats.org/drawingml/2006/main" prst="rect">
            <a:avLst/>
          </a:prstGeom>
        </p:spPr>
      </p:pic>
      <p:sp>
        <p:nvSpPr>
          <p:cNvPr id="1304" name="Rectangle">
            <a:extLst xmlns:a="http://schemas.openxmlformats.org/drawingml/2006/main">
              <a:ext uri="{FF2B5EF4-FFF2-40B4-BE49-F238E27FC236}">
                <a16:creationId xmlns:a16="http://schemas.microsoft.com/office/drawing/2014/main" id="{C4E956CE-B473-4403-BDCE-A02B2E01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pic>
        <p:nvPicPr>
          <p:cNvPr id="130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08b2567104c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09330" y="362285"/>
            <a:ext cx="836071" cy="417600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25602228-6111-DF42-E662-98B36F42EEB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41E868ED-CBCA-DDE9-D711-BCD4186BCE9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600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1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37DA033F-902A-88B1-9EA6-1279D06A4F8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486912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2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0E2119B1-0E85-3788-BF7F-DC52B8939B1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486912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3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5EA6BA9-CD98-4FF4-3889-B670401BC008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364224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4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B57CFBA9-AC10-F523-000C-2677206AA65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364224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D5BEE1B-550D-5A42-DA38-D8E39E96395E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241536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6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000BF735-605C-CB88-A90C-55C50D69A81C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9241536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3CE2168F-1809-CFB0-E4F5-629FBDB40C4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15937" y="779885"/>
            <a:ext cx="8229600" cy="33655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70000"/>
              </a:lnSpc>
              <a:buNone/>
              <a:defRPr sz="14500" kern="1200" spc="-1200" baseline="0">
                <a:solidFill>
                  <a:schemeClr val="accent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" name="Rectangle">
            <a:extLst xmlns:a="http://schemas.openxmlformats.org/drawingml/2006/main">
              <a:ext uri="{FF2B5EF4-FFF2-40B4-BE49-F238E27FC236}">
                <a16:creationId xmlns:a16="http://schemas.microsoft.com/office/drawing/2014/main" id="{E89ACD0C-BA87-47A6-3E37-B52D6B07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</p:spTree>
  </p:cSld>
  <p:hf hdr="0" ftr="0" dt="0"/>
</p:sldLayout>
</file>

<file path=ppt/slideLayouts/slideLayout144.xml><?xml version="1.0" encoding="utf-8"?>
<p:sldLayout xmlns:p="http://schemas.openxmlformats.org/presentationml/2006/main" showMasterSp="0" preserve="1" userDrawn="1">
  <p:cSld name="1_Thank You Slide-dark-mod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0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e9a1b18fc4f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4572928" flipH="1" flipV="1">
            <a:off x="7689862" y="1159334"/>
            <a:ext cx="7772400" cy="6581895"/>
          </a:xfrm>
          <a:prstGeom xmlns:a="http://schemas.openxmlformats.org/drawingml/2006/main" prst="rect">
            <a:avLst/>
          </a:prstGeom>
        </p:spPr>
      </p:pic>
      <p:sp>
        <p:nvSpPr>
          <p:cNvPr id="1304" name="Rectangle">
            <a:extLst xmlns:a="http://schemas.openxmlformats.org/drawingml/2006/main">
              <a:ext uri="{FF2B5EF4-FFF2-40B4-BE49-F238E27FC236}">
                <a16:creationId xmlns:a16="http://schemas.microsoft.com/office/drawing/2014/main" id="{88961856-FDAA-4DB9-907D-D9907494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  <p:pic>
        <p:nvPicPr>
          <p:cNvPr id="130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5b0936c4c46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09330" y="362285"/>
            <a:ext cx="836071" cy="417600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25602228-6111-DF42-E662-98B36F42EEB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0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41E868ED-CBCA-DDE9-D711-BCD4186BCE9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600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1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37DA033F-902A-88B1-9EA6-1279D06A4F8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486912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2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0E2119B1-0E85-3788-BF7F-DC52B8939B1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486912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3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5EA6BA9-CD98-4FF4-3889-B670401BC008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364224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4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B57CFBA9-AC10-F523-000C-2677206AA65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364224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5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D5BEE1B-550D-5A42-DA38-D8E39E96395E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241536" y="4291334"/>
            <a:ext cx="2340864" cy="4431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16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000BF735-605C-CB88-A90C-55C50D69A81C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9241536" y="4810334"/>
            <a:ext cx="2340864" cy="35661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3CE2168F-1809-CFB0-E4F5-629FBDB40C4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15937" y="779885"/>
            <a:ext cx="8229600" cy="33655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70000"/>
              </a:lnSpc>
              <a:buNone/>
              <a:defRPr sz="14500" kern="1200" spc="-1200" baseline="0">
                <a:solidFill>
                  <a:schemeClr val="accent3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</p:txBody>
      </p:sp>
      <p:sp>
        <p:nvSpPr>
          <p:cNvPr id="2" name="Rectangle">
            <a:extLst xmlns:a="http://schemas.openxmlformats.org/drawingml/2006/main">
              <a:ext uri="{FF2B5EF4-FFF2-40B4-BE49-F238E27FC236}">
                <a16:creationId xmlns:a16="http://schemas.microsoft.com/office/drawing/2014/main" id="{E89ACD0C-BA87-47A6-3E37-B52D6B07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2" y="190500"/>
            <a:ext cx="11860596" cy="647700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bg1"/>
            </a:solidFill>
          </a:ln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/>
                </a:solidFill>
              </a:defRPr>
            </a:pPr>
          </a:p>
        </p:txBody>
      </p:sp>
    </p:spTree>
  </p:cSld>
  <p:hf hdr="0" ftr="0" dt="0"/>
</p:sldLayout>
</file>

<file path=ppt/slideLayouts/slideLayout145.xml><?xml version="1.0" encoding="utf-8"?>
<p:sldLayout xmlns:p="http://schemas.openxmlformats.org/presentationml/2006/main" preserve="1" userDrawn="1">
  <p:cSld name="Headline Only-whi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227EE4-DCAF-FE08-AE3E-E91A0BDBD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3" name="Title 6">
            <a:extLst xmlns:a="http://schemas.openxmlformats.org/drawingml/2006/main">
              <a:ext uri="{FF2B5EF4-FFF2-40B4-BE49-F238E27FC236}">
                <a16:creationId xmlns:a16="http://schemas.microsoft.com/office/drawing/2014/main" id="{839CF225-64D0-BFEC-4CB0-01313D5CE43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1000" y="365126"/>
            <a:ext cx="10181253" cy="8105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</p:spTree>
  </p:cSld>
  <p:hf hdr="0" ftr="0" dt="0"/>
</p:sldLayout>
</file>

<file path=ppt/slideLayouts/slideLayout146.xml><?xml version="1.0" encoding="utf-8"?>
<p:sldLayout xmlns:p="http://schemas.openxmlformats.org/presentationml/2006/main">
  <p:cSld name="Slide 2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0D2FEA1-75A3-45FB-A98E-2295B605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287ED88-A989-4BA9-97AC-F8C844A2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147.xml><?xml version="1.0" encoding="utf-8"?>
<p:sldLayout xmlns:p="http://schemas.openxmlformats.org/presentationml/2006/main">
  <p:cSld name="Slide 3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7DCA251-EC71-4E1D-9F4E-6214C240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459DFE-C431-49A2-87FC-7AD48DE3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</p:spTree>
  </p:cSld>
  <p:hf hdr="0" ftr="0" dt="0"/>
</p:sldLayout>
</file>

<file path=ppt/slideLayouts/slideLayout148.xml><?xml version="1.0" encoding="utf-8"?>
<p:sldLayout xmlns:p="http://schemas.openxmlformats.org/presentationml/2006/main">
  <p:cSld name="Slide 4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617B38D-9EEC-4F23-BE06-7C050489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E29FA80-9525-4EC2-8829-A3521C98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0da72887e894d65" /><Relationship Type="http://schemas.openxmlformats.org/officeDocument/2006/relationships/image" Target="/ppt/media/image.svg" Id="Rc1d52763867c4592" /><Relationship Type="http://schemas.openxmlformats.org/officeDocument/2006/relationships/theme" Target="/ppt/slideMasters/theme/theme2.xml" Id="R0c194ac24e694635" /><Relationship Type="http://schemas.openxmlformats.org/officeDocument/2006/relationships/slideLayout" Target="/ppt/slideLayouts/slideLayout1.xml" Id="R98ec25ba27d646a3" /><Relationship Type="http://schemas.openxmlformats.org/officeDocument/2006/relationships/slideLayout" Target="/ppt/slideLayouts/slideLayout2.xml" Id="R894602ea9311459d" /><Relationship Type="http://schemas.openxmlformats.org/officeDocument/2006/relationships/slideLayout" Target="/ppt/slideLayouts/slideLayout3.xml" Id="R82e54ec2a4324faf" /><Relationship Type="http://schemas.openxmlformats.org/officeDocument/2006/relationships/slideLayout" Target="/ppt/slideLayouts/slideLayout4.xml" Id="R3e9b5779d3f544fc" /><Relationship Type="http://schemas.openxmlformats.org/officeDocument/2006/relationships/slideLayout" Target="/ppt/slideLayouts/slideLayout5.xml" Id="Rfbf98a49763d41a9" /><Relationship Type="http://schemas.openxmlformats.org/officeDocument/2006/relationships/slideLayout" Target="/ppt/slideLayouts/slideLayout6.xml" Id="Rd35dfe90b0b94a62" /><Relationship Type="http://schemas.openxmlformats.org/officeDocument/2006/relationships/slideLayout" Target="/ppt/slideLayouts/slideLayout7.xml" Id="R9c9762058df744e3" /><Relationship Type="http://schemas.openxmlformats.org/officeDocument/2006/relationships/slideLayout" Target="/ppt/slideLayouts/slideLayout8.xml" Id="Rf569d90c18bc43a3" /><Relationship Type="http://schemas.openxmlformats.org/officeDocument/2006/relationships/slideLayout" Target="/ppt/slideLayouts/slideLayout9.xml" Id="Raba85da4ac3e4e11" /><Relationship Type="http://schemas.openxmlformats.org/officeDocument/2006/relationships/slideLayout" Target="/ppt/slideLayouts/slideLayout10.xml" Id="R3123bb725e1042ff" /><Relationship Type="http://schemas.openxmlformats.org/officeDocument/2006/relationships/slideLayout" Target="/ppt/slideLayouts/slideLayout11.xml" Id="R140dd396997d43cf" /><Relationship Type="http://schemas.openxmlformats.org/officeDocument/2006/relationships/slideLayout" Target="/ppt/slideLayouts/slideLayout12.xml" Id="R742d8fdb3d4a4ca3" /><Relationship Type="http://schemas.openxmlformats.org/officeDocument/2006/relationships/slideLayout" Target="/ppt/slideLayouts/slideLayout13.xml" Id="R11d002ad49874a8b" /><Relationship Type="http://schemas.openxmlformats.org/officeDocument/2006/relationships/slideLayout" Target="/ppt/slideLayouts/slideLayout14.xml" Id="R86359466929946e0" /><Relationship Type="http://schemas.openxmlformats.org/officeDocument/2006/relationships/slideLayout" Target="/ppt/slideLayouts/slideLayout15.xml" Id="R261d1bba826742a5" /><Relationship Type="http://schemas.openxmlformats.org/officeDocument/2006/relationships/slideLayout" Target="/ppt/slideLayouts/slideLayout16.xml" Id="R2dbca60d70654db7" /><Relationship Type="http://schemas.openxmlformats.org/officeDocument/2006/relationships/slideLayout" Target="/ppt/slideLayouts/slideLayout17.xml" Id="Reab2c2aa74ac4805" /><Relationship Type="http://schemas.openxmlformats.org/officeDocument/2006/relationships/slideLayout" Target="/ppt/slideLayouts/slideLayout18.xml" Id="Rc1c9f63a002f400f" /><Relationship Type="http://schemas.openxmlformats.org/officeDocument/2006/relationships/slideLayout" Target="/ppt/slideLayouts/slideLayout19.xml" Id="R346ea759d8064cbe" /><Relationship Type="http://schemas.openxmlformats.org/officeDocument/2006/relationships/slideLayout" Target="/ppt/slideLayouts/slideLayout20.xml" Id="R695351f39e78427f" /><Relationship Type="http://schemas.openxmlformats.org/officeDocument/2006/relationships/slideLayout" Target="/ppt/slideLayouts/slideLayout21.xml" Id="Rafdfc1710c7c4387" /><Relationship Type="http://schemas.openxmlformats.org/officeDocument/2006/relationships/slideLayout" Target="/ppt/slideLayouts/slideLayout22.xml" Id="R9fdd3005178e4a3b" /><Relationship Type="http://schemas.openxmlformats.org/officeDocument/2006/relationships/slideLayout" Target="/ppt/slideLayouts/slideLayout23.xml" Id="Rb9145b23150040c0" /><Relationship Type="http://schemas.openxmlformats.org/officeDocument/2006/relationships/slideLayout" Target="/ppt/slideLayouts/slideLayout24.xml" Id="Rf0060327bea04146" /><Relationship Type="http://schemas.openxmlformats.org/officeDocument/2006/relationships/slideLayout" Target="/ppt/slideLayouts/slideLayout25.xml" Id="Re33c01e1dbfa40a3" /><Relationship Type="http://schemas.openxmlformats.org/officeDocument/2006/relationships/slideLayout" Target="/ppt/slideLayouts/slideLayout26.xml" Id="R0501b126b25f451e" /><Relationship Type="http://schemas.openxmlformats.org/officeDocument/2006/relationships/slideLayout" Target="/ppt/slideLayouts/slideLayout27.xml" Id="R5e36f94a75ba47f7" /><Relationship Type="http://schemas.openxmlformats.org/officeDocument/2006/relationships/slideLayout" Target="/ppt/slideLayouts/slideLayout28.xml" Id="Rfe65398dfebb4427" /><Relationship Type="http://schemas.openxmlformats.org/officeDocument/2006/relationships/slideLayout" Target="/ppt/slideLayouts/slideLayout29.xml" Id="Ra1035f4c6c0b422d" /><Relationship Type="http://schemas.openxmlformats.org/officeDocument/2006/relationships/slideLayout" Target="/ppt/slideLayouts/slideLayout30.xml" Id="Rdbd2c453a708425d" /><Relationship Type="http://schemas.openxmlformats.org/officeDocument/2006/relationships/slideLayout" Target="/ppt/slideLayouts/slideLayout31.xml" Id="R1baa63f189fb4042" /><Relationship Type="http://schemas.openxmlformats.org/officeDocument/2006/relationships/slideLayout" Target="/ppt/slideLayouts/slideLayout32.xml" Id="R05a153ab731f4dec" /><Relationship Type="http://schemas.openxmlformats.org/officeDocument/2006/relationships/slideLayout" Target="/ppt/slideLayouts/slideLayout33.xml" Id="R168da22b228f4af5" /><Relationship Type="http://schemas.openxmlformats.org/officeDocument/2006/relationships/slideLayout" Target="/ppt/slideLayouts/slideLayout34.xml" Id="Re3642e9627164399" /><Relationship Type="http://schemas.openxmlformats.org/officeDocument/2006/relationships/slideLayout" Target="/ppt/slideLayouts/slideLayout35.xml" Id="R2e0def56cfb044ca" /><Relationship Type="http://schemas.openxmlformats.org/officeDocument/2006/relationships/slideLayout" Target="/ppt/slideLayouts/slideLayout36.xml" Id="Rb0f4b0d8c4e449af" /><Relationship Type="http://schemas.openxmlformats.org/officeDocument/2006/relationships/slideLayout" Target="/ppt/slideLayouts/slideLayout37.xml" Id="Rbbb8dd638ebe4013" /><Relationship Type="http://schemas.openxmlformats.org/officeDocument/2006/relationships/slideLayout" Target="/ppt/slideLayouts/slideLayout38.xml" Id="R830bcd5f9c284125" /><Relationship Type="http://schemas.openxmlformats.org/officeDocument/2006/relationships/slideLayout" Target="/ppt/slideLayouts/slideLayout39.xml" Id="R435a2a4142c443c8" /><Relationship Type="http://schemas.openxmlformats.org/officeDocument/2006/relationships/slideLayout" Target="/ppt/slideLayouts/slideLayout40.xml" Id="R271b12af66ab4598" /><Relationship Type="http://schemas.openxmlformats.org/officeDocument/2006/relationships/slideLayout" Target="/ppt/slideLayouts/slideLayout41.xml" Id="R35bdf68d31124e2a" /><Relationship Type="http://schemas.openxmlformats.org/officeDocument/2006/relationships/slideLayout" Target="/ppt/slideLayouts/slideLayout42.xml" Id="R8dc8e687fbbf4043" /><Relationship Type="http://schemas.openxmlformats.org/officeDocument/2006/relationships/slideLayout" Target="/ppt/slideLayouts/slideLayout43.xml" Id="Ree927cc5213842ec" /><Relationship Type="http://schemas.openxmlformats.org/officeDocument/2006/relationships/slideLayout" Target="/ppt/slideLayouts/slideLayout44.xml" Id="R4352bc2234344eb2" /><Relationship Type="http://schemas.openxmlformats.org/officeDocument/2006/relationships/slideLayout" Target="/ppt/slideLayouts/slideLayout45.xml" Id="R1c4d1b797de4426f" /><Relationship Type="http://schemas.openxmlformats.org/officeDocument/2006/relationships/slideLayout" Target="/ppt/slideLayouts/slideLayout46.xml" Id="R370e3a3defc5471a" /><Relationship Type="http://schemas.openxmlformats.org/officeDocument/2006/relationships/slideLayout" Target="/ppt/slideLayouts/slideLayout47.xml" Id="R16e4ef4656184643" /><Relationship Type="http://schemas.openxmlformats.org/officeDocument/2006/relationships/slideLayout" Target="/ppt/slideLayouts/slideLayout48.xml" Id="Rf1aad17372f941ec" /><Relationship Type="http://schemas.openxmlformats.org/officeDocument/2006/relationships/slideLayout" Target="/ppt/slideLayouts/slideLayout49.xml" Id="Re3f2c7a35a084715" /><Relationship Type="http://schemas.openxmlformats.org/officeDocument/2006/relationships/slideLayout" Target="/ppt/slideLayouts/slideLayout50.xml" Id="R2f0741bec2f746d6" /><Relationship Type="http://schemas.openxmlformats.org/officeDocument/2006/relationships/slideLayout" Target="/ppt/slideLayouts/slideLayout51.xml" Id="Re75dde8e062b4e4d" /><Relationship Type="http://schemas.openxmlformats.org/officeDocument/2006/relationships/slideLayout" Target="/ppt/slideLayouts/slideLayout52.xml" Id="R42f5ddbfa75d4817" /><Relationship Type="http://schemas.openxmlformats.org/officeDocument/2006/relationships/slideLayout" Target="/ppt/slideLayouts/slideLayout53.xml" Id="Re4114c30689f4d1d" /><Relationship Type="http://schemas.openxmlformats.org/officeDocument/2006/relationships/slideLayout" Target="/ppt/slideLayouts/slideLayout54.xml" Id="R36cfc5be4569484e" /><Relationship Type="http://schemas.openxmlformats.org/officeDocument/2006/relationships/slideLayout" Target="/ppt/slideLayouts/slideLayout55.xml" Id="R214148a481e143d2" /><Relationship Type="http://schemas.openxmlformats.org/officeDocument/2006/relationships/slideLayout" Target="/ppt/slideLayouts/slideLayout56.xml" Id="R3587c945ea614bbf" /><Relationship Type="http://schemas.openxmlformats.org/officeDocument/2006/relationships/slideLayout" Target="/ppt/slideLayouts/slideLayout57.xml" Id="Rb956e078a76b4688" /><Relationship Type="http://schemas.openxmlformats.org/officeDocument/2006/relationships/slideLayout" Target="/ppt/slideLayouts/slideLayout58.xml" Id="Re0fe59dc599847dc" /><Relationship Type="http://schemas.openxmlformats.org/officeDocument/2006/relationships/slideLayout" Target="/ppt/slideLayouts/slideLayout59.xml" Id="Rc1e75dc50c1941b6" /><Relationship Type="http://schemas.openxmlformats.org/officeDocument/2006/relationships/slideLayout" Target="/ppt/slideLayouts/slideLayout60.xml" Id="R1ae200d2d4964a35" /><Relationship Type="http://schemas.openxmlformats.org/officeDocument/2006/relationships/slideLayout" Target="/ppt/slideLayouts/slideLayout61.xml" Id="R3d50134611874750" /><Relationship Type="http://schemas.openxmlformats.org/officeDocument/2006/relationships/slideLayout" Target="/ppt/slideLayouts/slideLayout62.xml" Id="Rba366b7c1cec439c" /><Relationship Type="http://schemas.openxmlformats.org/officeDocument/2006/relationships/slideLayout" Target="/ppt/slideLayouts/slideLayout63.xml" Id="R31daa7387ec34857" /><Relationship Type="http://schemas.openxmlformats.org/officeDocument/2006/relationships/slideLayout" Target="/ppt/slideLayouts/slideLayout64.xml" Id="R199990e05a8348f4" /><Relationship Type="http://schemas.openxmlformats.org/officeDocument/2006/relationships/slideLayout" Target="/ppt/slideLayouts/slideLayout65.xml" Id="R1a3d8cc4548b4175" /><Relationship Type="http://schemas.openxmlformats.org/officeDocument/2006/relationships/slideLayout" Target="/ppt/slideLayouts/slideLayout66.xml" Id="R9c4b7842c81d4b02" /><Relationship Type="http://schemas.openxmlformats.org/officeDocument/2006/relationships/slideLayout" Target="/ppt/slideLayouts/slideLayout67.xml" Id="R5f7611af04d24043" /><Relationship Type="http://schemas.openxmlformats.org/officeDocument/2006/relationships/slideLayout" Target="/ppt/slideLayouts/slideLayout68.xml" Id="Rfa9a3afdbc364321" /><Relationship Type="http://schemas.openxmlformats.org/officeDocument/2006/relationships/slideLayout" Target="/ppt/slideLayouts/slideLayout69.xml" Id="Rd32a7bdc186543eb" /><Relationship Type="http://schemas.openxmlformats.org/officeDocument/2006/relationships/slideLayout" Target="/ppt/slideLayouts/slideLayout70.xml" Id="Rb03739c77f22478d" /><Relationship Type="http://schemas.openxmlformats.org/officeDocument/2006/relationships/slideLayout" Target="/ppt/slideLayouts/slideLayout71.xml" Id="R57705d4cedb74e90" /><Relationship Type="http://schemas.openxmlformats.org/officeDocument/2006/relationships/slideLayout" Target="/ppt/slideLayouts/slideLayout72.xml" Id="R6696a29161644eef" /><Relationship Type="http://schemas.openxmlformats.org/officeDocument/2006/relationships/slideLayout" Target="/ppt/slideLayouts/slideLayout73.xml" Id="R0fdfafe0de814488" /><Relationship Type="http://schemas.openxmlformats.org/officeDocument/2006/relationships/slideLayout" Target="/ppt/slideLayouts/slideLayout74.xml" Id="R3d6f4bfc273147ee" /><Relationship Type="http://schemas.openxmlformats.org/officeDocument/2006/relationships/slideLayout" Target="/ppt/slideLayouts/slideLayout75.xml" Id="Rb15ed780f3ad4d5e" /><Relationship Type="http://schemas.openxmlformats.org/officeDocument/2006/relationships/slideLayout" Target="/ppt/slideLayouts/slideLayout76.xml" Id="R8e3ddd235fe44858" /><Relationship Type="http://schemas.openxmlformats.org/officeDocument/2006/relationships/slideLayout" Target="/ppt/slideLayouts/slideLayout77.xml" Id="R4c7cef106caa454c" /><Relationship Type="http://schemas.openxmlformats.org/officeDocument/2006/relationships/slideLayout" Target="/ppt/slideLayouts/slideLayout78.xml" Id="R36cdac0298634018" /><Relationship Type="http://schemas.openxmlformats.org/officeDocument/2006/relationships/slideLayout" Target="/ppt/slideLayouts/slideLayout79.xml" Id="R2550bf455d2a44d1" /><Relationship Type="http://schemas.openxmlformats.org/officeDocument/2006/relationships/slideLayout" Target="/ppt/slideLayouts/slideLayout80.xml" Id="R223877472cae41d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2.png" Id="R257503238c1644c8" /><Relationship Type="http://schemas.openxmlformats.org/officeDocument/2006/relationships/image" Target="/ppt/media/image2.svg" Id="R316b619a76204de3" /><Relationship Type="http://schemas.openxmlformats.org/officeDocument/2006/relationships/theme" Target="/ppt/slideMasters/theme/theme3.xml" Id="R8cd8fcedf80e460f" /><Relationship Type="http://schemas.openxmlformats.org/officeDocument/2006/relationships/slideLayout" Target="/ppt/slideLayouts/slideLayout81.xml" Id="R99aaf4271e8c43da" /><Relationship Type="http://schemas.openxmlformats.org/officeDocument/2006/relationships/slideLayout" Target="/ppt/slideLayouts/slideLayout82.xml" Id="R82f3bcebc9304572" /><Relationship Type="http://schemas.openxmlformats.org/officeDocument/2006/relationships/slideLayout" Target="/ppt/slideLayouts/slideLayout83.xml" Id="Rebc86059ed4d4d78" /><Relationship Type="http://schemas.openxmlformats.org/officeDocument/2006/relationships/slideLayout" Target="/ppt/slideLayouts/slideLayout84.xml" Id="Re85e7adbf3114ae2" /><Relationship Type="http://schemas.openxmlformats.org/officeDocument/2006/relationships/slideLayout" Target="/ppt/slideLayouts/slideLayout85.xml" Id="Ref935901f79e449e" /><Relationship Type="http://schemas.openxmlformats.org/officeDocument/2006/relationships/slideLayout" Target="/ppt/slideLayouts/slideLayout86.xml" Id="Re7768f2993d24170" /><Relationship Type="http://schemas.openxmlformats.org/officeDocument/2006/relationships/slideLayout" Target="/ppt/slideLayouts/slideLayout87.xml" Id="R250a37721fdb4adb" /><Relationship Type="http://schemas.openxmlformats.org/officeDocument/2006/relationships/slideLayout" Target="/ppt/slideLayouts/slideLayout88.xml" Id="Rd4dd5d9925b74980" /><Relationship Type="http://schemas.openxmlformats.org/officeDocument/2006/relationships/slideLayout" Target="/ppt/slideLayouts/slideLayout89.xml" Id="R9a6baabf03174e3f" /><Relationship Type="http://schemas.openxmlformats.org/officeDocument/2006/relationships/slideLayout" Target="/ppt/slideLayouts/slideLayout90.xml" Id="R3157cb7952574a74" /><Relationship Type="http://schemas.openxmlformats.org/officeDocument/2006/relationships/slideLayout" Target="/ppt/slideLayouts/slideLayout91.xml" Id="R71d3015612574f0e" /><Relationship Type="http://schemas.openxmlformats.org/officeDocument/2006/relationships/slideLayout" Target="/ppt/slideLayouts/slideLayout92.xml" Id="Rd6cec216f4c94de6" /><Relationship Type="http://schemas.openxmlformats.org/officeDocument/2006/relationships/slideLayout" Target="/ppt/slideLayouts/slideLayout93.xml" Id="Rbf3d4e7f0a4d4f45" /><Relationship Type="http://schemas.openxmlformats.org/officeDocument/2006/relationships/slideLayout" Target="/ppt/slideLayouts/slideLayout94.xml" Id="Rc7849f0f23cb4cec" /><Relationship Type="http://schemas.openxmlformats.org/officeDocument/2006/relationships/slideLayout" Target="/ppt/slideLayouts/slideLayout95.xml" Id="R6cd0345b618a4fb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2.png" Id="R8d81ada56cc34bed" /><Relationship Type="http://schemas.openxmlformats.org/officeDocument/2006/relationships/image" Target="/ppt/media/image2.svg" Id="R63c7926973d343f8" /><Relationship Type="http://schemas.openxmlformats.org/officeDocument/2006/relationships/theme" Target="/ppt/slideMasters/theme/theme4.xml" Id="R8c4b9e5484f14f8c" /><Relationship Type="http://schemas.openxmlformats.org/officeDocument/2006/relationships/slideLayout" Target="/ppt/slideLayouts/slideLayout96.xml" Id="Rfaa0c31973544b00" /><Relationship Type="http://schemas.openxmlformats.org/officeDocument/2006/relationships/slideLayout" Target="/ppt/slideLayouts/slideLayout97.xml" Id="Rb1d0b9b18bb44773" /><Relationship Type="http://schemas.openxmlformats.org/officeDocument/2006/relationships/slideLayout" Target="/ppt/slideLayouts/slideLayout98.xml" Id="R6839993e70944389" /><Relationship Type="http://schemas.openxmlformats.org/officeDocument/2006/relationships/slideLayout" Target="/ppt/slideLayouts/slideLayout99.xml" Id="R53e3aa0c15884830" /><Relationship Type="http://schemas.openxmlformats.org/officeDocument/2006/relationships/slideLayout" Target="/ppt/slideLayouts/slideLayout100.xml" Id="R78de88d4083345d6" /><Relationship Type="http://schemas.openxmlformats.org/officeDocument/2006/relationships/slideLayout" Target="/ppt/slideLayouts/slideLayout101.xml" Id="R6ec0aab1f6c945ef" /><Relationship Type="http://schemas.openxmlformats.org/officeDocument/2006/relationships/slideLayout" Target="/ppt/slideLayouts/slideLayout102.xml" Id="Rc2e97658769641ba" /><Relationship Type="http://schemas.openxmlformats.org/officeDocument/2006/relationships/slideLayout" Target="/ppt/slideLayouts/slideLayout103.xml" Id="Re49492a7536e499c" /><Relationship Type="http://schemas.openxmlformats.org/officeDocument/2006/relationships/slideLayout" Target="/ppt/slideLayouts/slideLayout104.xml" Id="Rfc75a590fa324de0" /><Relationship Type="http://schemas.openxmlformats.org/officeDocument/2006/relationships/slideLayout" Target="/ppt/slideLayouts/slideLayout105.xml" Id="Rf327e1e0828a4356" /><Relationship Type="http://schemas.openxmlformats.org/officeDocument/2006/relationships/slideLayout" Target="/ppt/slideLayouts/slideLayout106.xml" Id="R04dc3b1240df4a91" /><Relationship Type="http://schemas.openxmlformats.org/officeDocument/2006/relationships/slideLayout" Target="/ppt/slideLayouts/slideLayout107.xml" Id="R4ad08b927e3e47e9" /><Relationship Type="http://schemas.openxmlformats.org/officeDocument/2006/relationships/slideLayout" Target="/ppt/slideLayouts/slideLayout108.xml" Id="Rda279772dfcb4bae" /><Relationship Type="http://schemas.openxmlformats.org/officeDocument/2006/relationships/slideLayout" Target="/ppt/slideLayouts/slideLayout109.xml" Id="Rf07bea8aa7664997" /><Relationship Type="http://schemas.openxmlformats.org/officeDocument/2006/relationships/slideLayout" Target="/ppt/slideLayouts/slideLayout110.xml" Id="R875c70b5842a4cd7" /><Relationship Type="http://schemas.openxmlformats.org/officeDocument/2006/relationships/slideLayout" Target="/ppt/slideLayouts/slideLayout111.xml" Id="R965118b2fc1a4c2a" /><Relationship Type="http://schemas.openxmlformats.org/officeDocument/2006/relationships/slideLayout" Target="/ppt/slideLayouts/slideLayout112.xml" Id="Rf7e00489bf6c4b97" /><Relationship Type="http://schemas.openxmlformats.org/officeDocument/2006/relationships/slideLayout" Target="/ppt/slideLayouts/slideLayout113.xml" Id="Rbc69a492ba974400" /><Relationship Type="http://schemas.openxmlformats.org/officeDocument/2006/relationships/slideLayout" Target="/ppt/slideLayouts/slideLayout114.xml" Id="R461a941f8d0f44f5" /><Relationship Type="http://schemas.openxmlformats.org/officeDocument/2006/relationships/slideLayout" Target="/ppt/slideLayouts/slideLayout115.xml" Id="R06ba5182db2e4887" /><Relationship Type="http://schemas.openxmlformats.org/officeDocument/2006/relationships/slideLayout" Target="/ppt/slideLayouts/slideLayout116.xml" Id="Rc7813b275a9b4811" /><Relationship Type="http://schemas.openxmlformats.org/officeDocument/2006/relationships/slideLayout" Target="/ppt/slideLayouts/slideLayout117.xml" Id="Rb42a6233aa684b9d" /><Relationship Type="http://schemas.openxmlformats.org/officeDocument/2006/relationships/slideLayout" Target="/ppt/slideLayouts/slideLayout118.xml" Id="R7ed7839a2395477f" /><Relationship Type="http://schemas.openxmlformats.org/officeDocument/2006/relationships/slideLayout" Target="/ppt/slideLayouts/slideLayout119.xml" Id="R3c48cb557a004e10" /><Relationship Type="http://schemas.openxmlformats.org/officeDocument/2006/relationships/slideLayout" Target="/ppt/slideLayouts/slideLayout120.xml" Id="R1df25f1f004b46de" /><Relationship Type="http://schemas.openxmlformats.org/officeDocument/2006/relationships/slideLayout" Target="/ppt/slideLayouts/slideLayout121.xml" Id="R316b3602079f4bf5" /><Relationship Type="http://schemas.openxmlformats.org/officeDocument/2006/relationships/slideLayout" Target="/ppt/slideLayouts/slideLayout122.xml" Id="R3223222237da4751" /><Relationship Type="http://schemas.openxmlformats.org/officeDocument/2006/relationships/slideLayout" Target="/ppt/slideLayouts/slideLayout123.xml" Id="Rccbd8b70e2a8473a" /><Relationship Type="http://schemas.openxmlformats.org/officeDocument/2006/relationships/slideLayout" Target="/ppt/slideLayouts/slideLayout124.xml" Id="R6e3cacad6c204f38" /><Relationship Type="http://schemas.openxmlformats.org/officeDocument/2006/relationships/slideLayout" Target="/ppt/slideLayouts/slideLayout125.xml" Id="R1246e3623feb4708" /><Relationship Type="http://schemas.openxmlformats.org/officeDocument/2006/relationships/slideLayout" Target="/ppt/slideLayouts/slideLayout126.xml" Id="R956f1990ad994800" /><Relationship Type="http://schemas.openxmlformats.org/officeDocument/2006/relationships/slideLayout" Target="/ppt/slideLayouts/slideLayout127.xml" Id="R6f792e944a434321" /><Relationship Type="http://schemas.openxmlformats.org/officeDocument/2006/relationships/slideLayout" Target="/ppt/slideLayouts/slideLayout128.xml" Id="Rd9724818787149cf" /><Relationship Type="http://schemas.openxmlformats.org/officeDocument/2006/relationships/slideLayout" Target="/ppt/slideLayouts/slideLayout129.xml" Id="R16e7aa11dbc947f7" /><Relationship Type="http://schemas.openxmlformats.org/officeDocument/2006/relationships/slideLayout" Target="/ppt/slideLayouts/slideLayout130.xml" Id="Re9b4ed752c6e4685" /><Relationship Type="http://schemas.openxmlformats.org/officeDocument/2006/relationships/slideLayout" Target="/ppt/slideLayouts/slideLayout131.xml" Id="R7e0042c2d4654cac" /><Relationship Type="http://schemas.openxmlformats.org/officeDocument/2006/relationships/slideLayout" Target="/ppt/slideLayouts/slideLayout132.xml" Id="R857f0af03c7c4530" /><Relationship Type="http://schemas.openxmlformats.org/officeDocument/2006/relationships/slideLayout" Target="/ppt/slideLayouts/slideLayout133.xml" Id="R4a0c5799741841fd" /><Relationship Type="http://schemas.openxmlformats.org/officeDocument/2006/relationships/slideLayout" Target="/ppt/slideLayouts/slideLayout134.xml" Id="R945089e1db38487e" /><Relationship Type="http://schemas.openxmlformats.org/officeDocument/2006/relationships/slideLayout" Target="/ppt/slideLayouts/slideLayout135.xml" Id="Rabb26ebf766846a1" /><Relationship Type="http://schemas.openxmlformats.org/officeDocument/2006/relationships/slideLayout" Target="/ppt/slideLayouts/slideLayout136.xml" Id="R82d3bcfd00304ce7" /><Relationship Type="http://schemas.openxmlformats.org/officeDocument/2006/relationships/slideLayout" Target="/ppt/slideLayouts/slideLayout137.xml" Id="Rd2faa3cc5c3242da" /><Relationship Type="http://schemas.openxmlformats.org/officeDocument/2006/relationships/slideLayout" Target="/ppt/slideLayouts/slideLayout138.xml" Id="R158e6518f86848e9" /><Relationship Type="http://schemas.openxmlformats.org/officeDocument/2006/relationships/slideLayout" Target="/ppt/slideLayouts/slideLayout139.xml" Id="R2e5a08d680ea4a23" /><Relationship Type="http://schemas.openxmlformats.org/officeDocument/2006/relationships/slideLayout" Target="/ppt/slideLayouts/slideLayout140.xml" Id="Rf6427e7247f94554" /><Relationship Type="http://schemas.openxmlformats.org/officeDocument/2006/relationships/slideLayout" Target="/ppt/slideLayouts/slideLayout141.xml" Id="R7c6f65a5247a404f" /><Relationship Type="http://schemas.openxmlformats.org/officeDocument/2006/relationships/slideLayout" Target="/ppt/slideLayouts/slideLayout142.xml" Id="R682af9aa6e31489b" /><Relationship Type="http://schemas.openxmlformats.org/officeDocument/2006/relationships/slideLayout" Target="/ppt/slideLayouts/slideLayout143.xml" Id="R208ba7e67e574c35" /><Relationship Type="http://schemas.openxmlformats.org/officeDocument/2006/relationships/slideLayout" Target="/ppt/slideLayouts/slideLayout144.xml" Id="R0f963a5af04c4191" /><Relationship Type="http://schemas.openxmlformats.org/officeDocument/2006/relationships/slideLayout" Target="/ppt/slideLayouts/slideLayout145.xml" Id="R3cd8566159e24eec" /><Relationship Type="http://schemas.openxmlformats.org/officeDocument/2006/relationships/slideLayout" Target="/ppt/slideLayouts/slideLayout146.xml" Id="R66ffbe51a5bd4e97" /><Relationship Type="http://schemas.openxmlformats.org/officeDocument/2006/relationships/slideLayout" Target="/ppt/slideLayouts/slideLayout147.xml" Id="R4b905c7e06b742c9" /><Relationship Type="http://schemas.openxmlformats.org/officeDocument/2006/relationships/slideLayout" Target="/ppt/slideLayouts/slideLayout148.xml" Id="R5f9b3b527089448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A60471B-673A-BCB3-2AB8-6770CD4F7A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365126"/>
            <a:ext cx="10181253" cy="810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DLA Contract Quality Review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DE9961-A806-9D46-31E0-68124A762D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30" y="1371600"/>
            <a:ext cx="11417270" cy="4454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UiPath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B64696-B806-2683-6BDA-8FD5441BBE0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81000" y="6010218"/>
            <a:ext cx="11429999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pic>
        <p:nvPicPr>
          <p:cNvPr id="1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a72887e894d65">
            <a:extLst>
              <a:ext uri="{96DAC541-7B7A-43D3-8B79-37D633B846F1}">
                <asvg:svgBlip xmlns:asvg="http://schemas.microsoft.com/office/drawing/2016/SVG/main" r:embed="Rc1d52763867c4592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330" y="406351"/>
            <a:ext cx="834467" cy="272108"/>
          </a:xfrm>
          <a:prstGeom xmlns:a="http://schemas.openxmlformats.org/drawingml/2006/main" prst="rect">
            <a:avLst/>
          </a:prstGeom>
        </p:spPr>
      </p:pic>
      <p:sp>
        <p:nvSpPr>
          <p:cNvPr id="8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FF43C22-AE35-75B0-3951-05D4C1FE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ec25ba27d646a3"/>
    <p:sldLayoutId xmlns:r="http://schemas.openxmlformats.org/officeDocument/2006/relationships" id="2147483650" r:id="R894602ea9311459d"/>
    <p:sldLayoutId xmlns:r="http://schemas.openxmlformats.org/officeDocument/2006/relationships" id="2147483651" r:id="R82e54ec2a4324faf"/>
    <p:sldLayoutId xmlns:r="http://schemas.openxmlformats.org/officeDocument/2006/relationships" id="2147483652" r:id="R3e9b5779d3f544fc"/>
    <p:sldLayoutId xmlns:r="http://schemas.openxmlformats.org/officeDocument/2006/relationships" id="2147483653" r:id="Rfbf98a49763d41a9"/>
    <p:sldLayoutId xmlns:r="http://schemas.openxmlformats.org/officeDocument/2006/relationships" id="2147483654" r:id="Rd35dfe90b0b94a62"/>
    <p:sldLayoutId xmlns:r="http://schemas.openxmlformats.org/officeDocument/2006/relationships" id="2147483655" r:id="R9c9762058df744e3"/>
    <p:sldLayoutId xmlns:r="http://schemas.openxmlformats.org/officeDocument/2006/relationships" id="2147483656" r:id="Rf569d90c18bc43a3"/>
    <p:sldLayoutId xmlns:r="http://schemas.openxmlformats.org/officeDocument/2006/relationships" id="2147483657" r:id="Raba85da4ac3e4e11"/>
    <p:sldLayoutId xmlns:r="http://schemas.openxmlformats.org/officeDocument/2006/relationships" id="2147483658" r:id="R3123bb725e1042ff"/>
    <p:sldLayoutId xmlns:r="http://schemas.openxmlformats.org/officeDocument/2006/relationships" id="2147483659" r:id="R140dd396997d43cf"/>
    <p:sldLayoutId xmlns:r="http://schemas.openxmlformats.org/officeDocument/2006/relationships" id="2147483660" r:id="R742d8fdb3d4a4ca3"/>
    <p:sldLayoutId xmlns:r="http://schemas.openxmlformats.org/officeDocument/2006/relationships" id="2147483661" r:id="R11d002ad49874a8b"/>
    <p:sldLayoutId xmlns:r="http://schemas.openxmlformats.org/officeDocument/2006/relationships" id="2147483662" r:id="R86359466929946e0"/>
    <p:sldLayoutId xmlns:r="http://schemas.openxmlformats.org/officeDocument/2006/relationships" id="2147483663" r:id="R261d1bba826742a5"/>
    <p:sldLayoutId xmlns:r="http://schemas.openxmlformats.org/officeDocument/2006/relationships" id="2147483664" r:id="R2dbca60d70654db7"/>
    <p:sldLayoutId xmlns:r="http://schemas.openxmlformats.org/officeDocument/2006/relationships" id="2147483665" r:id="Reab2c2aa74ac4805"/>
    <p:sldLayoutId xmlns:r="http://schemas.openxmlformats.org/officeDocument/2006/relationships" id="2147483666" r:id="Rc1c9f63a002f400f"/>
    <p:sldLayoutId xmlns:r="http://schemas.openxmlformats.org/officeDocument/2006/relationships" id="2147483667" r:id="R346ea759d8064cbe"/>
    <p:sldLayoutId xmlns:r="http://schemas.openxmlformats.org/officeDocument/2006/relationships" id="2147483668" r:id="R695351f39e78427f"/>
    <p:sldLayoutId xmlns:r="http://schemas.openxmlformats.org/officeDocument/2006/relationships" id="2147483669" r:id="Rafdfc1710c7c4387"/>
    <p:sldLayoutId xmlns:r="http://schemas.openxmlformats.org/officeDocument/2006/relationships" id="2147483670" r:id="R9fdd3005178e4a3b"/>
    <p:sldLayoutId xmlns:r="http://schemas.openxmlformats.org/officeDocument/2006/relationships" id="2147483671" r:id="Rb9145b23150040c0"/>
    <p:sldLayoutId xmlns:r="http://schemas.openxmlformats.org/officeDocument/2006/relationships" id="2147483672" r:id="Rf0060327bea04146"/>
    <p:sldLayoutId xmlns:r="http://schemas.openxmlformats.org/officeDocument/2006/relationships" id="2147483673" r:id="Re33c01e1dbfa40a3"/>
    <p:sldLayoutId xmlns:r="http://schemas.openxmlformats.org/officeDocument/2006/relationships" id="2147483674" r:id="R0501b126b25f451e"/>
    <p:sldLayoutId xmlns:r="http://schemas.openxmlformats.org/officeDocument/2006/relationships" id="2147483675" r:id="R5e36f94a75ba47f7"/>
    <p:sldLayoutId xmlns:r="http://schemas.openxmlformats.org/officeDocument/2006/relationships" id="2147483676" r:id="Rfe65398dfebb4427"/>
    <p:sldLayoutId xmlns:r="http://schemas.openxmlformats.org/officeDocument/2006/relationships" id="2147483677" r:id="Ra1035f4c6c0b422d"/>
    <p:sldLayoutId xmlns:r="http://schemas.openxmlformats.org/officeDocument/2006/relationships" id="2147483678" r:id="Rdbd2c453a708425d"/>
    <p:sldLayoutId xmlns:r="http://schemas.openxmlformats.org/officeDocument/2006/relationships" id="2147483679" r:id="R1baa63f189fb4042"/>
    <p:sldLayoutId xmlns:r="http://schemas.openxmlformats.org/officeDocument/2006/relationships" id="2147483680" r:id="R05a153ab731f4dec"/>
    <p:sldLayoutId xmlns:r="http://schemas.openxmlformats.org/officeDocument/2006/relationships" id="2147483681" r:id="R168da22b228f4af5"/>
    <p:sldLayoutId xmlns:r="http://schemas.openxmlformats.org/officeDocument/2006/relationships" id="2147483682" r:id="Re3642e9627164399"/>
    <p:sldLayoutId xmlns:r="http://schemas.openxmlformats.org/officeDocument/2006/relationships" id="2147483683" r:id="R2e0def56cfb044ca"/>
    <p:sldLayoutId xmlns:r="http://schemas.openxmlformats.org/officeDocument/2006/relationships" id="2147483684" r:id="Rb0f4b0d8c4e449af"/>
    <p:sldLayoutId xmlns:r="http://schemas.openxmlformats.org/officeDocument/2006/relationships" id="2147483685" r:id="Rbbb8dd638ebe4013"/>
    <p:sldLayoutId xmlns:r="http://schemas.openxmlformats.org/officeDocument/2006/relationships" id="2147483686" r:id="R830bcd5f9c284125"/>
    <p:sldLayoutId xmlns:r="http://schemas.openxmlformats.org/officeDocument/2006/relationships" id="2147483687" r:id="R435a2a4142c443c8"/>
    <p:sldLayoutId xmlns:r="http://schemas.openxmlformats.org/officeDocument/2006/relationships" id="2147483688" r:id="R271b12af66ab4598"/>
    <p:sldLayoutId xmlns:r="http://schemas.openxmlformats.org/officeDocument/2006/relationships" id="2147483689" r:id="R35bdf68d31124e2a"/>
    <p:sldLayoutId xmlns:r="http://schemas.openxmlformats.org/officeDocument/2006/relationships" id="2147483690" r:id="R8dc8e687fbbf4043"/>
    <p:sldLayoutId xmlns:r="http://schemas.openxmlformats.org/officeDocument/2006/relationships" id="2147483691" r:id="Ree927cc5213842ec"/>
    <p:sldLayoutId xmlns:r="http://schemas.openxmlformats.org/officeDocument/2006/relationships" id="2147483692" r:id="R4352bc2234344eb2"/>
    <p:sldLayoutId xmlns:r="http://schemas.openxmlformats.org/officeDocument/2006/relationships" id="2147483693" r:id="R1c4d1b797de4426f"/>
    <p:sldLayoutId xmlns:r="http://schemas.openxmlformats.org/officeDocument/2006/relationships" id="2147483694" r:id="R370e3a3defc5471a"/>
    <p:sldLayoutId xmlns:r="http://schemas.openxmlformats.org/officeDocument/2006/relationships" id="2147483695" r:id="R16e4ef4656184643"/>
    <p:sldLayoutId xmlns:r="http://schemas.openxmlformats.org/officeDocument/2006/relationships" id="2147483696" r:id="Rf1aad17372f941ec"/>
    <p:sldLayoutId xmlns:r="http://schemas.openxmlformats.org/officeDocument/2006/relationships" id="2147483697" r:id="Re3f2c7a35a084715"/>
    <p:sldLayoutId xmlns:r="http://schemas.openxmlformats.org/officeDocument/2006/relationships" id="2147483698" r:id="R2f0741bec2f746d6"/>
    <p:sldLayoutId xmlns:r="http://schemas.openxmlformats.org/officeDocument/2006/relationships" id="2147483699" r:id="Re75dde8e062b4e4d"/>
    <p:sldLayoutId xmlns:r="http://schemas.openxmlformats.org/officeDocument/2006/relationships" id="2147483700" r:id="R42f5ddbfa75d4817"/>
    <p:sldLayoutId xmlns:r="http://schemas.openxmlformats.org/officeDocument/2006/relationships" id="2147483701" r:id="Re4114c30689f4d1d"/>
    <p:sldLayoutId xmlns:r="http://schemas.openxmlformats.org/officeDocument/2006/relationships" id="2147483702" r:id="R36cfc5be4569484e"/>
    <p:sldLayoutId xmlns:r="http://schemas.openxmlformats.org/officeDocument/2006/relationships" id="2147483703" r:id="R214148a481e143d2"/>
    <p:sldLayoutId xmlns:r="http://schemas.openxmlformats.org/officeDocument/2006/relationships" id="2147483704" r:id="R3587c945ea614bbf"/>
    <p:sldLayoutId xmlns:r="http://schemas.openxmlformats.org/officeDocument/2006/relationships" id="2147483705" r:id="Rb956e078a76b4688"/>
    <p:sldLayoutId xmlns:r="http://schemas.openxmlformats.org/officeDocument/2006/relationships" id="2147483706" r:id="Re0fe59dc599847dc"/>
    <p:sldLayoutId xmlns:r="http://schemas.openxmlformats.org/officeDocument/2006/relationships" id="2147483707" r:id="Rc1e75dc50c1941b6"/>
    <p:sldLayoutId xmlns:r="http://schemas.openxmlformats.org/officeDocument/2006/relationships" id="2147483708" r:id="R1ae200d2d4964a35"/>
    <p:sldLayoutId xmlns:r="http://schemas.openxmlformats.org/officeDocument/2006/relationships" id="2147483709" r:id="R3d50134611874750"/>
    <p:sldLayoutId xmlns:r="http://schemas.openxmlformats.org/officeDocument/2006/relationships" id="2147483710" r:id="Rba366b7c1cec439c"/>
    <p:sldLayoutId xmlns:r="http://schemas.openxmlformats.org/officeDocument/2006/relationships" id="2147483711" r:id="R31daa7387ec34857"/>
    <p:sldLayoutId xmlns:r="http://schemas.openxmlformats.org/officeDocument/2006/relationships" id="2147483712" r:id="R199990e05a8348f4"/>
    <p:sldLayoutId xmlns:r="http://schemas.openxmlformats.org/officeDocument/2006/relationships" id="2147483713" r:id="R1a3d8cc4548b4175"/>
    <p:sldLayoutId xmlns:r="http://schemas.openxmlformats.org/officeDocument/2006/relationships" id="2147483714" r:id="R9c4b7842c81d4b02"/>
    <p:sldLayoutId xmlns:r="http://schemas.openxmlformats.org/officeDocument/2006/relationships" id="2147483715" r:id="R5f7611af04d24043"/>
    <p:sldLayoutId xmlns:r="http://schemas.openxmlformats.org/officeDocument/2006/relationships" id="2147483716" r:id="Rfa9a3afdbc364321"/>
    <p:sldLayoutId xmlns:r="http://schemas.openxmlformats.org/officeDocument/2006/relationships" id="2147483717" r:id="Rd32a7bdc186543eb"/>
    <p:sldLayoutId xmlns:r="http://schemas.openxmlformats.org/officeDocument/2006/relationships" id="2147483718" r:id="Rb03739c77f22478d"/>
    <p:sldLayoutId xmlns:r="http://schemas.openxmlformats.org/officeDocument/2006/relationships" id="2147483719" r:id="R57705d4cedb74e90"/>
    <p:sldLayoutId xmlns:r="http://schemas.openxmlformats.org/officeDocument/2006/relationships" id="2147483720" r:id="R6696a29161644eef"/>
    <p:sldLayoutId xmlns:r="http://schemas.openxmlformats.org/officeDocument/2006/relationships" id="2147483721" r:id="R0fdfafe0de814488"/>
    <p:sldLayoutId xmlns:r="http://schemas.openxmlformats.org/officeDocument/2006/relationships" id="2147483722" r:id="R3d6f4bfc273147ee"/>
    <p:sldLayoutId xmlns:r="http://schemas.openxmlformats.org/officeDocument/2006/relationships" id="2147483723" r:id="Rb15ed780f3ad4d5e"/>
    <p:sldLayoutId xmlns:r="http://schemas.openxmlformats.org/officeDocument/2006/relationships" id="2147483724" r:id="R8e3ddd235fe44858"/>
    <p:sldLayoutId xmlns:r="http://schemas.openxmlformats.org/officeDocument/2006/relationships" id="2147483725" r:id="R4c7cef106caa454c"/>
    <p:sldLayoutId xmlns:r="http://schemas.openxmlformats.org/officeDocument/2006/relationships" id="2147483726" r:id="R36cdac0298634018"/>
    <p:sldLayoutId xmlns:r="http://schemas.openxmlformats.org/officeDocument/2006/relationships" id="2147483727" r:id="R2550bf455d2a44d1"/>
    <p:sldLayoutId xmlns:r="http://schemas.openxmlformats.org/officeDocument/2006/relationships" id="2147483728" r:id="R223877472cae41db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3000" b="1" kern="1200" spc="-15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14400">
        <a:lnSpc>
          <a:spcPct val="100000"/>
        </a:lnSpc>
        <a:spcBef>
          <a:spcPts val="0"/>
        </a:spcBef>
        <a:spcAft>
          <a:spcPts val="600"/>
        </a:spcAft>
        <a:buFont typeface="Wingdings"/>
        <a:buNone/>
        <a:defRPr sz="1800" kern="1200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65760" indent="-182880" algn="l" defTabSz="914400">
        <a:lnSpc>
          <a:spcPct val="100000"/>
        </a:lnSpc>
        <a:spcBef>
          <a:spcPts val="0"/>
        </a:spcBef>
        <a:spcAft>
          <a:spcPts val="600"/>
        </a:spcAft>
        <a:buFont typeface="Wingdings"/>
        <a:buChar char="§"/>
        <a:defRPr sz="1600" kern="1200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" indent="-182880" algn="l" defTabSz="914400">
        <a:lnSpc>
          <a:spcPct val="100000"/>
        </a:lnSpc>
        <a:spcBef>
          <a:spcPts val="0"/>
        </a:spcBef>
        <a:spcAft>
          <a:spcPts val="600"/>
        </a:spcAft>
        <a:buFont typeface="Wingdings"/>
        <a:buChar char="§"/>
        <a:defRPr sz="1400" kern="1200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31520" indent="-182880" algn="l" defTabSz="914400">
        <a:lnSpc>
          <a:spcPct val="100000"/>
        </a:lnSpc>
        <a:spcBef>
          <a:spcPts val="0"/>
        </a:spcBef>
        <a:spcAft>
          <a:spcPts val="600"/>
        </a:spcAft>
        <a:buFont typeface="Wingdings"/>
        <a:buChar char="§"/>
        <a:defRPr sz="1200" kern="1200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14400" indent="-182880" algn="l" defTabSz="914400">
        <a:lnSpc>
          <a:spcPct val="100000"/>
        </a:lnSpc>
        <a:spcBef>
          <a:spcPts val="0"/>
        </a:spcBef>
        <a:spcAft>
          <a:spcPts val="600"/>
        </a:spcAft>
        <a:buFont typeface="Wingdings"/>
        <a:buChar char="§"/>
        <a:defRPr sz="1200" kern="1200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9" orient="horz" pos="2160">
          <p15:clr>
            <a:srgbClr xmlns:a="http://schemas.openxmlformats.org/drawingml/2006/main" val="F26B43"/>
          </p15:clr>
        </p15:guide>
        <p15:guide id="10" pos="3840">
          <p15:clr>
            <a:srgbClr xmlns:a="http://schemas.openxmlformats.org/drawingml/2006/main" val="F26B43"/>
          </p15:clr>
        </p15:guide>
        <p15:guide id="11" orient="horz" pos="3984">
          <p15:clr>
            <a:srgbClr xmlns:a="http://schemas.openxmlformats.org/drawingml/2006/main" val="F26B43"/>
          </p15:clr>
        </p15:guide>
        <p15:guide id="12" pos="240">
          <p15:clr>
            <a:srgbClr xmlns:a="http://schemas.openxmlformats.org/drawingml/2006/main" val="F26B43"/>
          </p15:clr>
        </p15:guide>
        <p15:guide id="13" pos="7440">
          <p15:clr>
            <a:srgbClr xmlns:a="http://schemas.openxmlformats.org/drawingml/2006/main" val="F26B43"/>
          </p15:clr>
        </p15:guide>
        <p15:guide id="14" orient="horz" pos="744">
          <p15:clr>
            <a:srgbClr xmlns:a="http://schemas.openxmlformats.org/drawingml/2006/main" val="F26B43"/>
          </p15:clr>
        </p15:guide>
        <p15:guide id="15" orient="horz" pos="864">
          <p15:clr>
            <a:srgbClr xmlns:a="http://schemas.openxmlformats.org/drawingml/2006/main" val="F26B43"/>
          </p15:clr>
        </p15:guide>
        <p15:guide id="16" orient="horz" pos="3768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A60471B-673A-BCB3-2AB8-6770CD4F7A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365126"/>
            <a:ext cx="10181253" cy="810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DE9961-A806-9D46-31E0-68124A762D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30" y="1371600"/>
            <a:ext cx="11417270" cy="4454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B64696-B806-2683-6BDA-8FD5441BBE0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81000" y="6010218"/>
            <a:ext cx="11429999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8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BBDE0D5-2E95-B281-8CC1-1FE82FB57A6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4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3C81C5B-66C8-FFD9-0D3A-6ACA84B3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pic>
        <p:nvPicPr>
          <p:cNvPr id="1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503238c1644c8">
            <a:extLst>
              <a:ext uri="{96DAC541-7B7A-43D3-8B79-37D633B846F1}">
                <asvg:svgBlip xmlns:asvg="http://schemas.microsoft.com/office/drawing/2016/SVG/main" r:embed="R316b619a76204de3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764" y="362287"/>
            <a:ext cx="833598" cy="416799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30" r:id="R99aaf4271e8c43da"/>
    <p:sldLayoutId xmlns:r="http://schemas.openxmlformats.org/officeDocument/2006/relationships" id="2147483731" r:id="R82f3bcebc9304572"/>
    <p:sldLayoutId xmlns:r="http://schemas.openxmlformats.org/officeDocument/2006/relationships" id="2147483732" r:id="Rebc86059ed4d4d78"/>
    <p:sldLayoutId xmlns:r="http://schemas.openxmlformats.org/officeDocument/2006/relationships" id="2147483733" r:id="Re85e7adbf3114ae2"/>
    <p:sldLayoutId xmlns:r="http://schemas.openxmlformats.org/officeDocument/2006/relationships" id="2147483734" r:id="Ref935901f79e449e"/>
    <p:sldLayoutId xmlns:r="http://schemas.openxmlformats.org/officeDocument/2006/relationships" id="2147483735" r:id="Re7768f2993d24170"/>
    <p:sldLayoutId xmlns:r="http://schemas.openxmlformats.org/officeDocument/2006/relationships" id="2147483736" r:id="R250a37721fdb4adb"/>
    <p:sldLayoutId xmlns:r="http://schemas.openxmlformats.org/officeDocument/2006/relationships" id="2147483737" r:id="Rd4dd5d9925b74980"/>
    <p:sldLayoutId xmlns:r="http://schemas.openxmlformats.org/officeDocument/2006/relationships" id="2147483738" r:id="R9a6baabf03174e3f"/>
    <p:sldLayoutId xmlns:r="http://schemas.openxmlformats.org/officeDocument/2006/relationships" id="2147483739" r:id="R3157cb7952574a74"/>
    <p:sldLayoutId xmlns:r="http://schemas.openxmlformats.org/officeDocument/2006/relationships" id="2147483740" r:id="R71d3015612574f0e"/>
    <p:sldLayoutId xmlns:r="http://schemas.openxmlformats.org/officeDocument/2006/relationships" id="2147483741" r:id="Rd6cec216f4c94de6"/>
    <p:sldLayoutId xmlns:r="http://schemas.openxmlformats.org/officeDocument/2006/relationships" id="2147483742" r:id="Rbf3d4e7f0a4d4f45"/>
    <p:sldLayoutId xmlns:r="http://schemas.openxmlformats.org/officeDocument/2006/relationships" id="2147483743" r:id="Rc7849f0f23cb4cec"/>
    <p:sldLayoutId xmlns:r="http://schemas.openxmlformats.org/officeDocument/2006/relationships" id="2147483744" r:id="R6cd0345b618a4fbb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3000" b="1" kern="1200" spc="-150">
          <a:solidFill>
            <a:schemeClr val="bg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14400">
        <a:lnSpc>
          <a:spcPct val="100000"/>
        </a:lnSpc>
        <a:spcBef>
          <a:spcPts val="0"/>
        </a:spcBef>
        <a:spcAft>
          <a:spcPts val="600"/>
        </a:spcAft>
        <a:buFont typeface="Wingdings"/>
        <a:buNone/>
        <a:defRPr sz="1800" kern="1200" spc="0" baseline="0">
          <a:solidFill>
            <a:schemeClr val="bg1"/>
          </a:solidFill>
          <a:latin typeface="+mn-lt"/>
          <a:ea typeface="+mn-lt"/>
          <a:cs typeface="+mn-lt"/>
        </a:defRPr>
      </a:lvl1pPr>
      <a:lvl2pPr xmlns:a="http://schemas.openxmlformats.org/drawingml/2006/main" marL="365760" indent="-182880" algn="l" defTabSz="914400">
        <a:lnSpc>
          <a:spcPct val="100000"/>
        </a:lnSpc>
        <a:spcBef>
          <a:spcPts val="0"/>
        </a:spcBef>
        <a:spcAft>
          <a:spcPts val="600"/>
        </a:spcAft>
        <a:buFont typeface="Wingdings"/>
        <a:buChar char="§"/>
        <a:defRPr sz="1600" kern="1200" spc="0" baseline="0">
          <a:solidFill>
            <a:schemeClr val="bg1"/>
          </a:solidFill>
          <a:latin typeface="+mn-lt"/>
          <a:ea typeface="+mn-lt"/>
          <a:cs typeface="+mn-lt"/>
        </a:defRPr>
      </a:lvl2pPr>
      <a:lvl3pPr xmlns:a="http://schemas.openxmlformats.org/drawingml/2006/main" marL="548640" indent="-182880" algn="l" defTabSz="914400">
        <a:lnSpc>
          <a:spcPct val="100000"/>
        </a:lnSpc>
        <a:spcBef>
          <a:spcPts val="0"/>
        </a:spcBef>
        <a:spcAft>
          <a:spcPts val="600"/>
        </a:spcAft>
        <a:buFont typeface="Wingdings"/>
        <a:buChar char="§"/>
        <a:defRPr sz="1400" kern="1200" spc="0" baseline="0">
          <a:solidFill>
            <a:schemeClr val="bg1"/>
          </a:solidFill>
          <a:latin typeface="+mn-lt"/>
          <a:ea typeface="+mn-lt"/>
          <a:cs typeface="+mn-lt"/>
        </a:defRPr>
      </a:lvl3pPr>
      <a:lvl4pPr xmlns:a="http://schemas.openxmlformats.org/drawingml/2006/main" marL="731520" indent="-182880" algn="l" defTabSz="914400">
        <a:lnSpc>
          <a:spcPct val="100000"/>
        </a:lnSpc>
        <a:spcBef>
          <a:spcPts val="0"/>
        </a:spcBef>
        <a:spcAft>
          <a:spcPts val="600"/>
        </a:spcAft>
        <a:buFont typeface="Wingdings"/>
        <a:buChar char="§"/>
        <a:defRPr sz="1200" kern="1200" spc="0" baseline="0">
          <a:solidFill>
            <a:schemeClr val="bg1"/>
          </a:solidFill>
          <a:latin typeface="+mn-lt"/>
          <a:ea typeface="+mn-lt"/>
          <a:cs typeface="+mn-lt"/>
        </a:defRPr>
      </a:lvl4pPr>
      <a:lvl5pPr xmlns:a="http://schemas.openxmlformats.org/drawingml/2006/main" marL="914400" indent="-182880" algn="l" defTabSz="914400">
        <a:lnSpc>
          <a:spcPct val="100000"/>
        </a:lnSpc>
        <a:spcBef>
          <a:spcPts val="0"/>
        </a:spcBef>
        <a:spcAft>
          <a:spcPts val="600"/>
        </a:spcAft>
        <a:buFont typeface="Wingdings"/>
        <a:buChar char="§"/>
        <a:defRPr sz="1200" kern="1200" spc="0" baseline="0">
          <a:solidFill>
            <a:schemeClr val="bg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9" orient="horz" pos="2160">
          <p15:clr>
            <a:srgbClr xmlns:a="http://schemas.openxmlformats.org/drawingml/2006/main" val="F26B43"/>
          </p15:clr>
        </p15:guide>
        <p15:guide id="10" pos="3840">
          <p15:clr>
            <a:srgbClr xmlns:a="http://schemas.openxmlformats.org/drawingml/2006/main" val="F26B43"/>
          </p15:clr>
        </p15:guide>
        <p15:guide id="11" orient="horz" pos="3984">
          <p15:clr>
            <a:srgbClr xmlns:a="http://schemas.openxmlformats.org/drawingml/2006/main" val="F26B43"/>
          </p15:clr>
        </p15:guide>
        <p15:guide id="12" pos="240">
          <p15:clr>
            <a:srgbClr xmlns:a="http://schemas.openxmlformats.org/drawingml/2006/main" val="F26B43"/>
          </p15:clr>
        </p15:guide>
        <p15:guide id="13" pos="7440">
          <p15:clr>
            <a:srgbClr xmlns:a="http://schemas.openxmlformats.org/drawingml/2006/main" val="F26B43"/>
          </p15:clr>
        </p15:guide>
        <p15:guide id="14" orient="horz" pos="744">
          <p15:clr>
            <a:srgbClr xmlns:a="http://schemas.openxmlformats.org/drawingml/2006/main" val="F26B43"/>
          </p15:clr>
        </p15:guide>
        <p15:guide id="15" orient="horz" pos="864">
          <p15:clr>
            <a:srgbClr xmlns:a="http://schemas.openxmlformats.org/drawingml/2006/main" val="F26B43"/>
          </p15:clr>
        </p15:guide>
        <p15:guide id="16" orient="horz" pos="3768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A60471B-673A-BCB3-2AB8-6770CD4F7A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365126"/>
            <a:ext cx="10181253" cy="810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DLA Contract Quality Review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DE9961-A806-9D46-31E0-68124A762D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30" y="1371600"/>
            <a:ext cx="11417270" cy="4454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UiPath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B64696-B806-2683-6BDA-8FD5441BBE0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81000" y="6010218"/>
            <a:ext cx="11429999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8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BBDE0D5-2E95-B281-8CC1-1FE82FB57A6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324C0A44-AD9E-49C7-A6F8-E7DA309B6D4F}" type="slidenum">
              <a:t>‹#›</a:t>
            </a:fld>
          </a:p>
        </p:txBody>
      </p:sp>
      <p:sp>
        <p:nvSpPr>
          <p:cNvPr id="4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3C81C5B-66C8-FFD9-0D3A-6ACA84B3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" y="6761480"/>
            <a:ext cx="12191499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/>
        </p:spPr>
        <p:txBody>
          <a:bodyPr xmlns:a="http://schemas.openxmlformats.org/drawingml/2006/main" tIns="91439" bIns="91439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00">
                <a:solidFill>
                  <a:schemeClr val="accent3">
                    <a:lumOff val="3392"/>
                  </a:schemeClr>
                </a:solidFill>
              </a:defRPr>
            </a:pPr>
          </a:p>
        </p:txBody>
      </p:sp>
      <p:pic>
        <p:nvPicPr>
          <p:cNvPr id="1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1ada56cc34bed">
            <a:extLst>
              <a:ext uri="{96DAC541-7B7A-43D3-8B79-37D633B846F1}">
                <asvg:svgBlip xmlns:asvg="http://schemas.microsoft.com/office/drawing/2016/SVG/main" r:embed="R63c7926973d343f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09764" y="362287"/>
            <a:ext cx="833598" cy="416799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46" r:id="Rfaa0c31973544b00"/>
    <p:sldLayoutId xmlns:r="http://schemas.openxmlformats.org/officeDocument/2006/relationships" id="2147483747" r:id="Rb1d0b9b18bb44773"/>
    <p:sldLayoutId xmlns:r="http://schemas.openxmlformats.org/officeDocument/2006/relationships" id="2147483748" r:id="R6839993e70944389"/>
    <p:sldLayoutId xmlns:r="http://schemas.openxmlformats.org/officeDocument/2006/relationships" id="2147483749" r:id="R53e3aa0c15884830"/>
    <p:sldLayoutId xmlns:r="http://schemas.openxmlformats.org/officeDocument/2006/relationships" id="2147483750" r:id="R78de88d4083345d6"/>
    <p:sldLayoutId xmlns:r="http://schemas.openxmlformats.org/officeDocument/2006/relationships" id="2147483751" r:id="R6ec0aab1f6c945ef"/>
    <p:sldLayoutId xmlns:r="http://schemas.openxmlformats.org/officeDocument/2006/relationships" id="2147483752" r:id="Rc2e97658769641ba"/>
    <p:sldLayoutId xmlns:r="http://schemas.openxmlformats.org/officeDocument/2006/relationships" id="2147483753" r:id="Re49492a7536e499c"/>
    <p:sldLayoutId xmlns:r="http://schemas.openxmlformats.org/officeDocument/2006/relationships" id="2147483754" r:id="Rfc75a590fa324de0"/>
    <p:sldLayoutId xmlns:r="http://schemas.openxmlformats.org/officeDocument/2006/relationships" id="2147483755" r:id="Rf327e1e0828a4356"/>
    <p:sldLayoutId xmlns:r="http://schemas.openxmlformats.org/officeDocument/2006/relationships" id="2147483756" r:id="R04dc3b1240df4a91"/>
    <p:sldLayoutId xmlns:r="http://schemas.openxmlformats.org/officeDocument/2006/relationships" id="2147483757" r:id="R4ad08b927e3e47e9"/>
    <p:sldLayoutId xmlns:r="http://schemas.openxmlformats.org/officeDocument/2006/relationships" id="2147483758" r:id="Rda279772dfcb4bae"/>
    <p:sldLayoutId xmlns:r="http://schemas.openxmlformats.org/officeDocument/2006/relationships" id="2147483759" r:id="Rf07bea8aa7664997"/>
    <p:sldLayoutId xmlns:r="http://schemas.openxmlformats.org/officeDocument/2006/relationships" id="2147483760" r:id="R875c70b5842a4cd7"/>
    <p:sldLayoutId xmlns:r="http://schemas.openxmlformats.org/officeDocument/2006/relationships" id="2147483761" r:id="R965118b2fc1a4c2a"/>
    <p:sldLayoutId xmlns:r="http://schemas.openxmlformats.org/officeDocument/2006/relationships" id="2147483762" r:id="Rf7e00489bf6c4b97"/>
    <p:sldLayoutId xmlns:r="http://schemas.openxmlformats.org/officeDocument/2006/relationships" id="2147483763" r:id="Rbc69a492ba974400"/>
    <p:sldLayoutId xmlns:r="http://schemas.openxmlformats.org/officeDocument/2006/relationships" id="2147483764" r:id="R461a941f8d0f44f5"/>
    <p:sldLayoutId xmlns:r="http://schemas.openxmlformats.org/officeDocument/2006/relationships" id="2147483765" r:id="R06ba5182db2e4887"/>
    <p:sldLayoutId xmlns:r="http://schemas.openxmlformats.org/officeDocument/2006/relationships" id="2147483766" r:id="Rc7813b275a9b4811"/>
    <p:sldLayoutId xmlns:r="http://schemas.openxmlformats.org/officeDocument/2006/relationships" id="2147483767" r:id="Rb42a6233aa684b9d"/>
    <p:sldLayoutId xmlns:r="http://schemas.openxmlformats.org/officeDocument/2006/relationships" id="2147483768" r:id="R7ed7839a2395477f"/>
    <p:sldLayoutId xmlns:r="http://schemas.openxmlformats.org/officeDocument/2006/relationships" id="2147483769" r:id="R3c48cb557a004e10"/>
    <p:sldLayoutId xmlns:r="http://schemas.openxmlformats.org/officeDocument/2006/relationships" id="2147483770" r:id="R1df25f1f004b46de"/>
    <p:sldLayoutId xmlns:r="http://schemas.openxmlformats.org/officeDocument/2006/relationships" id="2147483771" r:id="R316b3602079f4bf5"/>
    <p:sldLayoutId xmlns:r="http://schemas.openxmlformats.org/officeDocument/2006/relationships" id="2147483772" r:id="R3223222237da4751"/>
    <p:sldLayoutId xmlns:r="http://schemas.openxmlformats.org/officeDocument/2006/relationships" id="2147483773" r:id="Rccbd8b70e2a8473a"/>
    <p:sldLayoutId xmlns:r="http://schemas.openxmlformats.org/officeDocument/2006/relationships" id="2147483774" r:id="R6e3cacad6c204f38"/>
    <p:sldLayoutId xmlns:r="http://schemas.openxmlformats.org/officeDocument/2006/relationships" id="2147483775" r:id="R1246e3623feb4708"/>
    <p:sldLayoutId xmlns:r="http://schemas.openxmlformats.org/officeDocument/2006/relationships" id="2147483776" r:id="R956f1990ad994800"/>
    <p:sldLayoutId xmlns:r="http://schemas.openxmlformats.org/officeDocument/2006/relationships" id="2147483777" r:id="R6f792e944a434321"/>
    <p:sldLayoutId xmlns:r="http://schemas.openxmlformats.org/officeDocument/2006/relationships" id="2147483778" r:id="Rd9724818787149cf"/>
    <p:sldLayoutId xmlns:r="http://schemas.openxmlformats.org/officeDocument/2006/relationships" id="2147483779" r:id="R16e7aa11dbc947f7"/>
    <p:sldLayoutId xmlns:r="http://schemas.openxmlformats.org/officeDocument/2006/relationships" id="2147483780" r:id="Re9b4ed752c6e4685"/>
    <p:sldLayoutId xmlns:r="http://schemas.openxmlformats.org/officeDocument/2006/relationships" id="2147483781" r:id="R7e0042c2d4654cac"/>
    <p:sldLayoutId xmlns:r="http://schemas.openxmlformats.org/officeDocument/2006/relationships" id="2147483782" r:id="R857f0af03c7c4530"/>
    <p:sldLayoutId xmlns:r="http://schemas.openxmlformats.org/officeDocument/2006/relationships" id="2147483783" r:id="R4a0c5799741841fd"/>
    <p:sldLayoutId xmlns:r="http://schemas.openxmlformats.org/officeDocument/2006/relationships" id="2147483784" r:id="R945089e1db38487e"/>
    <p:sldLayoutId xmlns:r="http://schemas.openxmlformats.org/officeDocument/2006/relationships" id="2147483785" r:id="Rabb26ebf766846a1"/>
    <p:sldLayoutId xmlns:r="http://schemas.openxmlformats.org/officeDocument/2006/relationships" id="2147483786" r:id="R82d3bcfd00304ce7"/>
    <p:sldLayoutId xmlns:r="http://schemas.openxmlformats.org/officeDocument/2006/relationships" id="2147483787" r:id="Rd2faa3cc5c3242da"/>
    <p:sldLayoutId xmlns:r="http://schemas.openxmlformats.org/officeDocument/2006/relationships" id="2147483788" r:id="R158e6518f86848e9"/>
    <p:sldLayoutId xmlns:r="http://schemas.openxmlformats.org/officeDocument/2006/relationships" id="2147483789" r:id="R2e5a08d680ea4a23"/>
    <p:sldLayoutId xmlns:r="http://schemas.openxmlformats.org/officeDocument/2006/relationships" id="2147483790" r:id="Rf6427e7247f94554"/>
    <p:sldLayoutId xmlns:r="http://schemas.openxmlformats.org/officeDocument/2006/relationships" id="2147483791" r:id="R7c6f65a5247a404f"/>
    <p:sldLayoutId xmlns:r="http://schemas.openxmlformats.org/officeDocument/2006/relationships" id="2147483792" r:id="R682af9aa6e31489b"/>
    <p:sldLayoutId xmlns:r="http://schemas.openxmlformats.org/officeDocument/2006/relationships" id="2147483793" r:id="R208ba7e67e574c35"/>
    <p:sldLayoutId xmlns:r="http://schemas.openxmlformats.org/officeDocument/2006/relationships" id="2147483794" r:id="R0f963a5af04c4191"/>
    <p:sldLayoutId xmlns:r="http://schemas.openxmlformats.org/officeDocument/2006/relationships" id="2147483795" r:id="R3cd8566159e24eec"/>
    <p:sldLayoutId xmlns:r="http://schemas.openxmlformats.org/officeDocument/2006/relationships" id="2147483796" r:id="R66ffbe51a5bd4e97"/>
    <p:sldLayoutId xmlns:r="http://schemas.openxmlformats.org/officeDocument/2006/relationships" id="2147483797" r:id="R4b905c7e06b742c9"/>
    <p:sldLayoutId xmlns:r="http://schemas.openxmlformats.org/officeDocument/2006/relationships" id="2147483798" r:id="R5f9b3b527089448f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3000" b="1" kern="1200" spc="-150">
          <a:solidFill>
            <a:schemeClr val="bg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14400">
        <a:lnSpc>
          <a:spcPct val="100000"/>
        </a:lnSpc>
        <a:spcBef>
          <a:spcPts val="0"/>
        </a:spcBef>
        <a:spcAft>
          <a:spcPts val="600"/>
        </a:spcAft>
        <a:buFont typeface="Wingdings"/>
        <a:buNone/>
        <a:defRPr sz="1800" kern="1200" spc="0" baseline="0">
          <a:solidFill>
            <a:schemeClr val="bg1"/>
          </a:solidFill>
          <a:latin typeface="+mn-lt"/>
          <a:ea typeface="+mn-lt"/>
          <a:cs typeface="+mn-lt"/>
        </a:defRPr>
      </a:lvl1pPr>
      <a:lvl2pPr xmlns:a="http://schemas.openxmlformats.org/drawingml/2006/main" marL="365760" indent="-182880" algn="l" defTabSz="914400">
        <a:lnSpc>
          <a:spcPct val="100000"/>
        </a:lnSpc>
        <a:spcBef>
          <a:spcPts val="0"/>
        </a:spcBef>
        <a:spcAft>
          <a:spcPts val="600"/>
        </a:spcAft>
        <a:buFont typeface="Wingdings"/>
        <a:buChar char="§"/>
        <a:defRPr sz="1600" kern="1200" spc="0" baseline="0">
          <a:solidFill>
            <a:schemeClr val="bg1"/>
          </a:solidFill>
          <a:latin typeface="+mn-lt"/>
          <a:ea typeface="+mn-lt"/>
          <a:cs typeface="+mn-lt"/>
        </a:defRPr>
      </a:lvl2pPr>
      <a:lvl3pPr xmlns:a="http://schemas.openxmlformats.org/drawingml/2006/main" marL="548640" indent="-182880" algn="l" defTabSz="914400">
        <a:lnSpc>
          <a:spcPct val="100000"/>
        </a:lnSpc>
        <a:spcBef>
          <a:spcPts val="0"/>
        </a:spcBef>
        <a:spcAft>
          <a:spcPts val="600"/>
        </a:spcAft>
        <a:buFont typeface="Wingdings"/>
        <a:buChar char="§"/>
        <a:defRPr sz="1400" kern="1200" spc="0" baseline="0">
          <a:solidFill>
            <a:schemeClr val="bg1"/>
          </a:solidFill>
          <a:latin typeface="+mn-lt"/>
          <a:ea typeface="+mn-lt"/>
          <a:cs typeface="+mn-lt"/>
        </a:defRPr>
      </a:lvl3pPr>
      <a:lvl4pPr xmlns:a="http://schemas.openxmlformats.org/drawingml/2006/main" marL="731520" indent="-182880" algn="l" defTabSz="914400">
        <a:lnSpc>
          <a:spcPct val="100000"/>
        </a:lnSpc>
        <a:spcBef>
          <a:spcPts val="0"/>
        </a:spcBef>
        <a:spcAft>
          <a:spcPts val="600"/>
        </a:spcAft>
        <a:buFont typeface="Wingdings"/>
        <a:buChar char="§"/>
        <a:defRPr sz="1200" kern="1200" spc="0" baseline="0">
          <a:solidFill>
            <a:schemeClr val="bg1"/>
          </a:solidFill>
          <a:latin typeface="+mn-lt"/>
          <a:ea typeface="+mn-lt"/>
          <a:cs typeface="+mn-lt"/>
        </a:defRPr>
      </a:lvl4pPr>
      <a:lvl5pPr xmlns:a="http://schemas.openxmlformats.org/drawingml/2006/main" marL="914400" indent="-182880" algn="l" defTabSz="914400">
        <a:lnSpc>
          <a:spcPct val="100000"/>
        </a:lnSpc>
        <a:spcBef>
          <a:spcPts val="0"/>
        </a:spcBef>
        <a:spcAft>
          <a:spcPts val="600"/>
        </a:spcAft>
        <a:buFont typeface="Wingdings"/>
        <a:buChar char="§"/>
        <a:defRPr sz="1200" kern="1200" spc="0" baseline="0">
          <a:solidFill>
            <a:schemeClr val="bg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9" orient="horz" pos="2160">
          <p15:clr>
            <a:srgbClr xmlns:a="http://schemas.openxmlformats.org/drawingml/2006/main" val="F26B43"/>
          </p15:clr>
        </p15:guide>
        <p15:guide id="10" pos="3840">
          <p15:clr>
            <a:srgbClr xmlns:a="http://schemas.openxmlformats.org/drawingml/2006/main" val="F26B43"/>
          </p15:clr>
        </p15:guide>
        <p15:guide id="11" orient="horz" pos="3984">
          <p15:clr>
            <a:srgbClr xmlns:a="http://schemas.openxmlformats.org/drawingml/2006/main" val="F26B43"/>
          </p15:clr>
        </p15:guide>
        <p15:guide id="12" pos="240">
          <p15:clr>
            <a:srgbClr xmlns:a="http://schemas.openxmlformats.org/drawingml/2006/main" val="F26B43"/>
          </p15:clr>
        </p15:guide>
        <p15:guide id="13" pos="7440">
          <p15:clr>
            <a:srgbClr xmlns:a="http://schemas.openxmlformats.org/drawingml/2006/main" val="F26B43"/>
          </p15:clr>
        </p15:guide>
        <p15:guide id="14" orient="horz" pos="744">
          <p15:clr>
            <a:srgbClr xmlns:a="http://schemas.openxmlformats.org/drawingml/2006/main" val="F26B43"/>
          </p15:clr>
        </p15:guide>
        <p15:guide id="15" orient="horz" pos="864">
          <p15:clr>
            <a:srgbClr xmlns:a="http://schemas.openxmlformats.org/drawingml/2006/main" val="F26B43"/>
          </p15:clr>
        </p15:guide>
        <p15:guide id="16" orient="horz" pos="376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UiPath Slide Masters">
  <a:themeElements>
    <a:clrScheme name="UiPath 2025">
      <a:dk1>
        <a:srgbClr val="000000"/>
      </a:dk1>
      <a:lt1>
        <a:srgbClr val="FFFFFF"/>
      </a:lt1>
      <a:dk2>
        <a:srgbClr val="182126"/>
      </a:dk2>
      <a:lt2>
        <a:srgbClr val="D9D9D9"/>
      </a:lt2>
      <a:accent1>
        <a:srgbClr val="FA4616"/>
      </a:accent1>
      <a:accent2>
        <a:srgbClr val="1E6482"/>
      </a:accent2>
      <a:accent3>
        <a:srgbClr val="0BA2B3"/>
      </a:accent3>
      <a:accent4>
        <a:srgbClr val="DA9100"/>
      </a:accent4>
      <a:accent5>
        <a:srgbClr val="CC1956"/>
      </a:accent5>
      <a:accent6>
        <a:srgbClr val="8B288A"/>
      </a:accent6>
      <a:hlink>
        <a:srgbClr val="0F9ED5"/>
      </a:hlink>
      <a:folHlink>
        <a:srgbClr val="0BA2B3"/>
      </a:folHlink>
    </a:clrScheme>
    <a:fontScheme name="Custom 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iPath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UiPath Slide Masters-dark-mode">
  <a:themeElements>
    <a:clrScheme name="UiPath 2025">
      <a:dk1>
        <a:srgbClr val="000000"/>
      </a:dk1>
      <a:lt1>
        <a:srgbClr val="FFFFFF"/>
      </a:lt1>
      <a:dk2>
        <a:srgbClr val="182126"/>
      </a:dk2>
      <a:lt2>
        <a:srgbClr val="D9D9D9"/>
      </a:lt2>
      <a:accent1>
        <a:srgbClr val="FA4616"/>
      </a:accent1>
      <a:accent2>
        <a:srgbClr val="1E6482"/>
      </a:accent2>
      <a:accent3>
        <a:srgbClr val="0BA2B3"/>
      </a:accent3>
      <a:accent4>
        <a:srgbClr val="DA9100"/>
      </a:accent4>
      <a:accent5>
        <a:srgbClr val="CC1956"/>
      </a:accent5>
      <a:accent6>
        <a:srgbClr val="8B288A"/>
      </a:accent6>
      <a:hlink>
        <a:srgbClr val="0F9ED5"/>
      </a:hlink>
      <a:folHlink>
        <a:srgbClr val="0BA2B3"/>
      </a:folHlink>
    </a:clrScheme>
    <a:fontScheme name="Custom 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iPath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UiPath Slide Masters-dark-mode">
  <a:themeElements>
    <a:clrScheme name="UiPath 2025">
      <a:dk1>
        <a:srgbClr val="000000"/>
      </a:dk1>
      <a:lt1>
        <a:srgbClr val="FFFFFF"/>
      </a:lt1>
      <a:dk2>
        <a:srgbClr val="182126"/>
      </a:dk2>
      <a:lt2>
        <a:srgbClr val="D9D9D9"/>
      </a:lt2>
      <a:accent1>
        <a:srgbClr val="FA4616"/>
      </a:accent1>
      <a:accent2>
        <a:srgbClr val="1E6482"/>
      </a:accent2>
      <a:accent3>
        <a:srgbClr val="0BA2B3"/>
      </a:accent3>
      <a:accent4>
        <a:srgbClr val="DA9100"/>
      </a:accent4>
      <a:accent5>
        <a:srgbClr val="CC1956"/>
      </a:accent5>
      <a:accent6>
        <a:srgbClr val="8B288A"/>
      </a:accent6>
      <a:hlink>
        <a:srgbClr val="0F9ED5"/>
      </a:hlink>
      <a:folHlink>
        <a:srgbClr val="0BA2B3"/>
      </a:folHlink>
    </a:clrScheme>
    <a:fontScheme name="Custom 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iPath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0.xml" Id="Re8cd2c43b3944b13" /><Relationship Type="http://schemas.openxmlformats.org/officeDocument/2006/relationships/image" Target="/ppt/media/image.jpeg" Id="Ra420e8e7f5be4b7e" /><Relationship Type="http://schemas.openxmlformats.org/officeDocument/2006/relationships/notesSlide" Target="/ppt/notesSlides/notesSlide1.xml" Id="R115c810d3ad148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5.xml" Id="R77467a706c064368" /><Relationship Type="http://schemas.openxmlformats.org/officeDocument/2006/relationships/image" Target="/ppt/media/image35.png" Id="R6538d33c3bba4c09" /><Relationship Type="http://schemas.openxmlformats.org/officeDocument/2006/relationships/image" Target="/ppt/media/image34.svg" Id="R1ad2e11fdae84658" /><Relationship Type="http://schemas.openxmlformats.org/officeDocument/2006/relationships/image" Target="/ppt/media/image36.png" Id="R12b4d7128c854ff0" /><Relationship Type="http://schemas.openxmlformats.org/officeDocument/2006/relationships/image" Target="/ppt/media/image35.svg" Id="Rc97453b0e5e44ad2" /><Relationship Type="http://schemas.openxmlformats.org/officeDocument/2006/relationships/image" Target="/ppt/media/image37.png" Id="Rf127d1b5a9374cc2" /><Relationship Type="http://schemas.openxmlformats.org/officeDocument/2006/relationships/image" Target="/ppt/media/image36.svg" Id="Rc29a3578e3624c4c" /><Relationship Type="http://schemas.openxmlformats.org/officeDocument/2006/relationships/image" Target="/ppt/media/image37.svg" Id="Re5087f6bdf2f4747" /><Relationship Type="http://schemas.openxmlformats.org/officeDocument/2006/relationships/image" Target="/ppt/media/image32.png" Id="Rcfca6c72017a4e0e" /><Relationship Type="http://schemas.openxmlformats.org/officeDocument/2006/relationships/notesSlide" Target="/ppt/notesSlides/notesSlide2.xml" Id="Rca8c7090c24640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5.xml" Id="Rbf1c22ea31e14c93" /><Relationship Type="http://schemas.openxmlformats.org/officeDocument/2006/relationships/image" Target="/ppt/media/image35.png" Id="R01c37d4ad2204221" /><Relationship Type="http://schemas.openxmlformats.org/officeDocument/2006/relationships/image" Target="/ppt/media/image34.svg" Id="Rabb9245c742141a5" /><Relationship Type="http://schemas.openxmlformats.org/officeDocument/2006/relationships/image" Target="/ppt/media/image36.png" Id="R69d9eb23cfda4ec5" /><Relationship Type="http://schemas.openxmlformats.org/officeDocument/2006/relationships/image" Target="/ppt/media/image35.svg" Id="Rcc34c66b3f244924" /><Relationship Type="http://schemas.openxmlformats.org/officeDocument/2006/relationships/image" Target="/ppt/media/image37.png" Id="R171f047e623e49e7" /><Relationship Type="http://schemas.openxmlformats.org/officeDocument/2006/relationships/image" Target="/ppt/media/image36.svg" Id="Rc14d20e53f7149bf" /><Relationship Type="http://schemas.openxmlformats.org/officeDocument/2006/relationships/image" Target="/ppt/media/image38.png" Id="R413aaac515134c55" /><Relationship Type="http://schemas.openxmlformats.org/officeDocument/2006/relationships/image" Target="/ppt/media/image38.svg" Id="R40467800b2114a4c" /><Relationship Type="http://schemas.openxmlformats.org/officeDocument/2006/relationships/image" Target="/ppt/media/image39.png" Id="R8589796ba6a04805" /><Relationship Type="http://schemas.openxmlformats.org/officeDocument/2006/relationships/image" Target="/ppt/media/image39.svg" Id="R9c2e772ac12a4a16" /><Relationship Type="http://schemas.openxmlformats.org/officeDocument/2006/relationships/image" Target="/ppt/media/image32.png" Id="Rb2b7c18f313e48b1" /><Relationship Type="http://schemas.openxmlformats.org/officeDocument/2006/relationships/image" Target="/ppt/media/image37.svg" Id="R8834abfc1593485b" /><Relationship Type="http://schemas.openxmlformats.org/officeDocument/2006/relationships/notesSlide" Target="/ppt/notesSlides/notesSlide3.xml" Id="R4985b0615ef646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3.xml" Id="R4a28f881f1be4e1d" /><Relationship Type="http://schemas.openxmlformats.org/officeDocument/2006/relationships/image" Target="/ppt/media/image40.png" Id="Rbef5a6b2ad70472e" /><Relationship Type="http://schemas.openxmlformats.org/officeDocument/2006/relationships/image" Target="/ppt/media/image40.svg" Id="Re5ead723cdae4340" /><Relationship Type="http://schemas.openxmlformats.org/officeDocument/2006/relationships/image" Target="/ppt/media/image41.png" Id="Re72cf361f353408a" /><Relationship Type="http://schemas.openxmlformats.org/officeDocument/2006/relationships/image" Target="/ppt/media/image41.svg" Id="R6299a11f0e4a4dde" /><Relationship Type="http://schemas.openxmlformats.org/officeDocument/2006/relationships/image" Target="/ppt/media/image42.png" Id="R23ccaa5ad46149ad" /><Relationship Type="http://schemas.openxmlformats.org/officeDocument/2006/relationships/image" Target="/ppt/media/image42.svg" Id="R2469f99a1a8342bc" /><Relationship Type="http://schemas.openxmlformats.org/officeDocument/2006/relationships/image" Target="/ppt/media/image43.png" Id="R17e8d73d998c41ad" /><Relationship Type="http://schemas.openxmlformats.org/officeDocument/2006/relationships/image" Target="/ppt/media/image43.svg" Id="Rde9e84c06b204434" /><Relationship Type="http://schemas.openxmlformats.org/officeDocument/2006/relationships/image" Target="/ppt/media/image44.png" Id="R127f54b7426d4e29" /><Relationship Type="http://schemas.openxmlformats.org/officeDocument/2006/relationships/notesSlide" Target="/ppt/notesSlides/notesSlide4.xml" Id="Rb68dfea1668642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Placeholder 11"/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a420e8e7f5be4b7e"/>
          <a:srcRect xmlns:a="http://schemas.openxmlformats.org/drawingml/2006/main" l="42241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1723" y="0"/>
            <a:ext cx="7259142" cy="6858000"/>
          </a:xfrm>
        </p:spPr>
      </p:pic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1EB86876-B6C2-4757-ED78-1744CE338DC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5400">
                <a:solidFill>
                  <a:srgbClr val="FFFFFF"/>
                </a:solidFill>
              </a:rPr>
              <a:t>DLA Contract Quality Review</a:t>
            </a:r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51139FD9-381C-1F37-5CF0-11C32A09E3AB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10330" y="6053634"/>
            <a:ext cx="5485669" cy="293922"/>
          </a:xfrm>
        </p:spPr>
        <p:txBody>
          <a:bodyPr xmlns:a="http://schemas.openxmlformats.org/drawingml/2006/main">
            <a:normAutofit fontScale="40000" lnSpcReduction="20000"/>
          </a:bodyPr>
          <a:lstStyle xmlns:a="http://schemas.openxmlformats.org/drawingml/2006/main"/>
          <a:p xmlns:a="http://schemas.openxmlformats.org/drawingml/2006/main">
            <a:r>
              <a:t>The UiPath word mark, logos, and robots are registered trademarks owned by UiPath, Inc. and its affiliates. UiPath (R) is a registered trademark in the United States and several countries across the globe. See TMEP 906. ©2025 UiPath.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2808202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3C43321E-793D-4B6D-928F-C5FE319C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707" y="2963663"/>
            <a:ext cx="5091" cy="1018528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721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C431965A-B9F1-4E3F-8A73-B6420768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385" y="2774710"/>
            <a:ext cx="10683" cy="738627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721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07E09D4D-C764-4A1F-BC7A-33900E3B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980" y="2971864"/>
            <a:ext cx="0" cy="1363147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721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B0E0FE5B-5736-4018-8ACC-8652E919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740526" y="3004946"/>
            <a:ext cx="2222" cy="1898333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721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4" name="Straight Connector 73">
            <a:extLst xmlns:a="http://schemas.openxmlformats.org/drawingml/2006/main">
              <a:ext uri="{FF2B5EF4-FFF2-40B4-BE49-F238E27FC236}">
                <a16:creationId xmlns:a16="http://schemas.microsoft.com/office/drawing/2014/main" id="{70E8D843-F4B6-4012-BB11-75A7E8BC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36461" y="2673827"/>
            <a:ext cx="9279077" cy="498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2121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A2966479-1CE9-9499-0433-9973A656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58" y="2358395"/>
            <a:ext cx="1146241" cy="64488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rgbClr val="12121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36000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prstClr val="black"/>
                </a:solidFill>
                <a:latin typeface="Arial"/>
                <a:ea typeface="Arial"/>
                <a:cs typeface="Arial"/>
              </a:rPr>
              <a:t>Contract package</a:t>
            </a:r>
          </a:p>
        </p:txBody>
      </p:sp>
      <p:sp>
        <p:nvSpPr>
          <p:cNvPr id="65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68365317-4031-DF6E-803F-015C3B47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076" y="2357897"/>
            <a:ext cx="1146241" cy="64488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rgbClr val="12121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36000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900">
                <a:solidFill>
                  <a:prstClr val="black"/>
                </a:solidFill>
                <a:latin typeface="Arial"/>
                <a:ea typeface="Arial"/>
                <a:cs typeface="Arial"/>
              </a:rPr>
              <a:t>Review complete</a:t>
            </a:r>
          </a:p>
        </p:txBody>
      </p:sp>
      <p:pic>
        <p:nvPicPr>
          <p:cNvPr id="122" name="Graphic 6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8d33c3bba4c09">
            <a:extLst>
              <a:ext uri="{96DAC541-7B7A-43D3-8B79-37D633B846F1}">
                <asvg:svgBlip xmlns:asvg="http://schemas.microsoft.com/office/drawing/2016/SVG/main" r:embed="R1ad2e11fdae8465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3459" y="2400570"/>
            <a:ext cx="362907" cy="362907"/>
          </a:xfrm>
          <a:prstGeom xmlns:a="http://schemas.openxmlformats.org/drawingml/2006/main" prst="rect">
            <a:avLst/>
          </a:prstGeom>
        </p:spPr>
      </p:pic>
      <p:pic>
        <p:nvPicPr>
          <p:cNvPr id="123" name="Graphic 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4d7128c854ff0">
            <a:extLst>
              <a:ext uri="{96DAC541-7B7A-43D3-8B79-37D633B846F1}">
                <asvg:svgBlip xmlns:asvg="http://schemas.microsoft.com/office/drawing/2016/SVG/main" r:embed="Rc97453b0e5e44ad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538" y="2400570"/>
            <a:ext cx="360680" cy="360680"/>
          </a:xfrm>
          <a:prstGeom xmlns:a="http://schemas.openxmlformats.org/drawingml/2006/main" prst="rect">
            <a:avLst/>
          </a:prstGeom>
        </p:spPr>
      </p:pic>
      <p:sp>
        <p:nvSpPr>
          <p:cNvPr id="98" name="Rectangle 97">
            <a:extLst xmlns:a="http://schemas.openxmlformats.org/drawingml/2006/main">
              <a:ext uri="{FF2B5EF4-FFF2-40B4-BE49-F238E27FC236}">
                <a16:creationId xmlns:a16="http://schemas.microsoft.com/office/drawing/2014/main" id="{5EE1BC77-8262-38D4-8699-FCC32430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479" y="2357399"/>
            <a:ext cx="1365812" cy="645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6400" tIns="194400" rIns="0" bIns="0" anchor="ctr">
            <a:noAutofit/>
          </a:bodyPr>
          <a:lstStyle xmlns:a="http://schemas.openxmlformats.org/drawingml/2006/main"/>
          <a:p xmlns:a="http://schemas.openxmlformats.org/drawingml/2006/main"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1">
                <a:solidFill>
                  <a:srgbClr val="172125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rgbClr val="172125"/>
                </a:solidFill>
              </a:rPr>
              <a:t>Record outcome</a:t>
            </a:r>
          </a:p>
        </p:txBody>
      </p:sp>
      <p:pic>
        <p:nvPicPr>
          <p:cNvPr id="125" name="Graphic 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7d1b5a9374cc2">
            <a:extLst>
              <a:ext uri="{96DAC541-7B7A-43D3-8B79-37D633B846F1}">
                <asvg:svgBlip xmlns:asvg="http://schemas.microsoft.com/office/drawing/2016/SVG/main" r:embed="Rc29a3578e3624c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608" y="2035226"/>
            <a:ext cx="434894" cy="434894"/>
          </a:xfrm>
          <a:prstGeom xmlns:a="http://schemas.openxmlformats.org/drawingml/2006/main" prst="rect">
            <a:avLst/>
          </a:prstGeom>
        </p:spPr>
      </p:pic>
      <p:sp>
        <p:nvSpPr>
          <p:cNvPr id="102" name="Rectangle 101">
            <a:extLst xmlns:a="http://schemas.openxmlformats.org/drawingml/2006/main">
              <a:ext uri="{FF2B5EF4-FFF2-40B4-BE49-F238E27FC236}">
                <a16:creationId xmlns:a16="http://schemas.microsoft.com/office/drawing/2014/main" id="{5C0D3069-BC1E-D48D-2750-07302413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891" y="3108867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Verify required forms</a:t>
            </a:r>
          </a:p>
        </p:txBody>
      </p:sp>
      <p:sp>
        <p:nvSpPr>
          <p:cNvPr id="104" name="Rectangle 103">
            <a:extLst xmlns:a="http://schemas.openxmlformats.org/drawingml/2006/main">
              <a:ext uri="{FF2B5EF4-FFF2-40B4-BE49-F238E27FC236}">
                <a16:creationId xmlns:a16="http://schemas.microsoft.com/office/drawing/2014/main" id="{7ABEF68C-AAEF-FB7E-31A8-DA822676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362" y="3111195"/>
            <a:ext cx="1365812" cy="89053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 algn="ctr"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Read DD2579 and both SF1449 records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05" name="Rectangle 104">
            <a:extLst xmlns:a="http://schemas.openxmlformats.org/drawingml/2006/main">
              <a:ext uri="{FF2B5EF4-FFF2-40B4-BE49-F238E27FC236}">
                <a16:creationId xmlns:a16="http://schemas.microsoft.com/office/drawing/2014/main" id="{9F6F7440-E0BF-1782-D878-00704B61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891" y="3735945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>
                <a:solidFill>
                  <a:prstClr val="black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 algn="ctr"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Locate optional SAAD</a:t>
            </a:r>
          </a:p>
        </p:txBody>
      </p:sp>
      <p:sp>
        <p:nvSpPr>
          <p:cNvPr id="106" name="Rectangle 105">
            <a:extLst xmlns:a="http://schemas.openxmlformats.org/drawingml/2006/main">
              <a:ext uri="{FF2B5EF4-FFF2-40B4-BE49-F238E27FC236}">
                <a16:creationId xmlns:a16="http://schemas.microsoft.com/office/drawing/2014/main" id="{EF58B3DE-BF11-30DB-8815-504855F3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128" y="4098637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 algn="ctr"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Capture dates, codes, and CLIN data</a:t>
            </a: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 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1FE9759-6591-5399-B214-4BD37146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76" y="2357897"/>
            <a:ext cx="1365812" cy="645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6400" tIns="19440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 b="1">
                <a:solidFill>
                  <a:srgbClr val="172125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>
              <a:buNone/>
            </a:pPr>
            <a:r>
              <a:rPr sz="900">
                <a:solidFill>
                  <a:srgbClr val="172125"/>
                </a:solidFill>
                <a:latin typeface="Arial"/>
                <a:ea typeface="Arial"/>
                <a:cs typeface="Arial"/>
              </a:rPr>
              <a:t>Extract contract evidence</a:t>
            </a:r>
            <a:r>
              <a:rPr sz="900">
                <a:solidFill>
                  <a:srgbClr val="172125"/>
                </a:solidFill>
                <a:latin typeface="Arial"/>
                <a:ea typeface="Arial"/>
                <a:cs typeface="Arial"/>
              </a:rPr>
              <a:t> </a:t>
            </a:r>
            <a:r>
              <a:rPr sz="1100" b="1">
                <a:solidFill>
                  <a:srgbClr val="172125"/>
                </a:solidFill>
                <a:latin typeface="Arial"/>
                <a:ea typeface="Arial"/>
                <a:cs typeface="Arial"/>
              </a:rPr>
              <a:t> </a:t>
            </a:r>
          </a:p>
        </p:txBody>
      </p:sp>
      <p:sp>
        <p:nvSpPr>
          <p:cNvPr id="71" name="Rectangle 70">
            <a:extLst xmlns:a="http://schemas.openxmlformats.org/drawingml/2006/main">
              <a:ext uri="{FF2B5EF4-FFF2-40B4-BE49-F238E27FC236}">
                <a16:creationId xmlns:a16="http://schemas.microsoft.com/office/drawing/2014/main" id="{75C9929E-41E0-0776-9476-DB34362D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10" y="1328756"/>
            <a:ext cx="7444781" cy="358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 i="0" u="none" cap="none">
                <a:ln>
                  <a:noFill/>
                </a:ln>
                <a:solidFill>
                  <a:srgbClr val="121212"/>
                </a:solidFill>
                <a:latin typeface="Arial"/>
                <a:ea typeface="Arial"/>
                <a:cs typeface="Arial"/>
              </a:rPr>
              <a:t>Contract Quality Review</a:t>
            </a:r>
          </a:p>
        </p:txBody>
      </p:sp>
      <p:sp>
        <p:nvSpPr>
          <p:cNvPr id="73" name="Straight Connector 72">
            <a:extLst xmlns:a="http://schemas.openxmlformats.org/drawingml/2006/main">
              <a:ext uri="{FF2B5EF4-FFF2-40B4-BE49-F238E27FC236}">
                <a16:creationId xmlns:a16="http://schemas.microsoft.com/office/drawing/2014/main" id="{FBCC4B55-AA4E-46D3-B24C-DAE0F673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6000" y="1680387"/>
            <a:ext cx="0" cy="99698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2121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Oval 74">
            <a:extLst xmlns:a="http://schemas.openxmlformats.org/drawingml/2006/main">
              <a:ext uri="{FF2B5EF4-FFF2-40B4-BE49-F238E27FC236}">
                <a16:creationId xmlns:a16="http://schemas.microsoft.com/office/drawing/2014/main" id="{E26149E1-BAF3-DAFF-2FE0-3B066CDC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5454" y="6397839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2B3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76" name="Rectangle 75">
            <a:extLst xmlns:a="http://schemas.openxmlformats.org/drawingml/2006/main">
              <a:ext uri="{FF2B5EF4-FFF2-40B4-BE49-F238E27FC236}">
                <a16:creationId xmlns:a16="http://schemas.microsoft.com/office/drawing/2014/main" id="{B4B2B9E5-73D0-B3FA-B582-34B96FD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1194" y="6410904"/>
            <a:ext cx="296719" cy="159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81" name="Oval 80">
            <a:extLst xmlns:a="http://schemas.openxmlformats.org/drawingml/2006/main">
              <a:ext uri="{FF2B5EF4-FFF2-40B4-BE49-F238E27FC236}">
                <a16:creationId xmlns:a16="http://schemas.microsoft.com/office/drawing/2014/main" id="{71B108E1-114B-9A53-F97D-3808119B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88" y="6397839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82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F72D1E2E-37E3-229B-EFB6-64D912B1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09828" y="6410904"/>
            <a:ext cx="334057" cy="159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88" name="Oval 87">
            <a:extLst xmlns:a="http://schemas.openxmlformats.org/drawingml/2006/main">
              <a:ext uri="{FF2B5EF4-FFF2-40B4-BE49-F238E27FC236}">
                <a16:creationId xmlns:a16="http://schemas.microsoft.com/office/drawing/2014/main" id="{88C59686-76DE-5874-3A6D-8F71E635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428" y="3475374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90" name="Oval 89">
            <a:extLst xmlns:a="http://schemas.openxmlformats.org/drawingml/2006/main">
              <a:ext uri="{FF2B5EF4-FFF2-40B4-BE49-F238E27FC236}">
                <a16:creationId xmlns:a16="http://schemas.microsoft.com/office/drawing/2014/main" id="{571F598C-992E-2D52-4C0A-A01F6E2B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175" y="4266903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42E7335-267C-D3DA-F15C-2DAB37A1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01" y="357722"/>
            <a:ext cx="6610663" cy="6900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algn="l" defTabSz="457200">
              <a:lnSpc>
                <a:spcPct val="85000"/>
              </a:lnSpc>
              <a:spcBef>
                <a:spcPct val="0"/>
              </a:spcBef>
              <a:buNone/>
              <a:tabLst>
                <a:tab pos="2227263" algn="l"/>
              </a:tabLst>
              <a:defRPr sz="2800" b="1" i="0" kern="1200" spc="-5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rPr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 quality review</a:t>
            </a:r>
            <a:br/>
            <a:r>
              <a:rPr sz="1800" b="0">
                <a:latin typeface="Arial"/>
                <a:ea typeface="Arial"/>
                <a:cs typeface="Arial"/>
              </a:rPr>
              <a:t>Manual</a:t>
            </a: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workflow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2C715C6-0EC6-3B14-2EB1-867312B8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842" y="2359562"/>
            <a:ext cx="1365812" cy="645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6400" tIns="194400" rIns="0" bIns="0" anchor="ctr">
            <a:noAutofit/>
          </a:bodyPr>
          <a:lstStyle xmlns:a="http://schemas.openxmlformats.org/drawingml/2006/main"/>
          <a:p xmlns:a="http://schemas.openxmlformats.org/drawingml/2006/main"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72125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>
              <a:buNone/>
            </a:pPr>
            <a:r>
              <a:rPr sz="900">
                <a:solidFill>
                  <a:srgbClr val="172125"/>
                </a:solidFill>
                <a:latin typeface="Arial"/>
                <a:ea typeface="Arial"/>
                <a:cs typeface="Arial"/>
              </a:rPr>
              <a:t>Collect contract package</a:t>
            </a:r>
          </a:p>
        </p:txBody>
      </p:sp>
      <p:sp>
        <p:nvSpPr>
          <p:cNvPr id="29" name="Straight Connector 28">
            <a:extLst xmlns:a="http://schemas.openxmlformats.org/drawingml/2006/main">
              <a:ext uri="{FF2B5EF4-FFF2-40B4-BE49-F238E27FC236}">
                <a16:creationId xmlns:a16="http://schemas.microsoft.com/office/drawing/2014/main" id="{D3316D51-31D8-4FB6-AB54-0ABF54A2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656" y="2963663"/>
            <a:ext cx="5091" cy="1018528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721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14AB47A5-EAB6-D4F9-BBC1-352B3735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038" y="3102994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 algn="ctr"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Compare NAICS, PSC, and size</a:t>
            </a: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  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57B0A920-AAAF-FF39-1504-5695F896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876" y="3734257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 algn="ctr"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Calculate SAM timing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FE8B32F-28B1-292D-6422-F4905C54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552" y="2349696"/>
            <a:ext cx="1365812" cy="645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6400" tIns="194400" rIns="0" bIns="0" anchor="ctr">
            <a:noAutofit/>
          </a:bodyPr>
          <a:lstStyle xmlns:a="http://schemas.openxmlformats.org/drawingml/2006/main"/>
          <a:p xmlns:a="http://schemas.openxmlformats.org/drawingml/2006/main"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1">
                <a:solidFill>
                  <a:srgbClr val="172125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>
              <a:buNone/>
            </a:pPr>
            <a:r>
              <a:rPr sz="900">
                <a:solidFill>
                  <a:srgbClr val="172125"/>
                </a:solidFill>
                <a:latin typeface="Arial"/>
                <a:ea typeface="Arial"/>
                <a:cs typeface="Arial"/>
              </a:rPr>
              <a:t>Apply business rules</a:t>
            </a:r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4B9D7520-1981-05FE-FFFF-D3F0EE61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437" y="3256284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944C9917-DC42-2ED9-00E3-2E991528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957" y="6394878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4616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FBB32359-DED8-D543-0EF1-3F41B286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347" y="6417724"/>
            <a:ext cx="334057" cy="159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Robot</a:t>
            </a:r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BE393E18-9E27-CB82-1307-68CE607A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489" y="3248333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F9775925-08AD-DD5C-E97B-6416DD3E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693" y="3885242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7914DAA-CAB0-7895-EE70-150E6A9A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917" y="4393740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>
                <a:solidFill>
                  <a:prstClr val="black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 algn="ctr"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Locate D&amp;F when needed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20FB9D2D-2D0C-D014-C0FE-EF4B1BDC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719" y="4543037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8F5F8821-29EA-D816-8AA2-B6C1B59A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463" y="3888028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8A1BCC05-105D-4FE9-8379-F2BE97DF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533" y="2929363"/>
            <a:ext cx="0" cy="452758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721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B8E13408-58CC-A679-27A1-0AEC3AFA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27" y="2362066"/>
            <a:ext cx="1365812" cy="645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6400" tIns="19440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1" i="0" u="none" cap="none">
                <a:ln>
                  <a:noFill/>
                </a:ln>
                <a:solidFill>
                  <a:srgbClr val="172125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>
              <a:buNone/>
            </a:pPr>
            <a:r>
              <a:rPr sz="900">
                <a:solidFill>
                  <a:srgbClr val="172125"/>
                </a:solidFill>
                <a:latin typeface="Arial"/>
                <a:ea typeface="Arial"/>
                <a:cs typeface="Arial"/>
              </a:rPr>
              <a:t>Review findings</a:t>
            </a:r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4305B80F-9187-432A-C929-58986B0B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25124" y="1947673"/>
            <a:ext cx="614465" cy="614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56" name="Graphic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a6c72017a4e0e">
            <a:extLst>
              <a:ext uri="{96DAC541-7B7A-43D3-8B79-37D633B846F1}">
                <asvg:svgBlip xmlns:asvg="http://schemas.microsoft.com/office/drawing/2016/SVG/main" r:embed="Re5087f6bdf2f474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266902" y="2087051"/>
            <a:ext cx="330907" cy="330907"/>
          </a:xfrm>
          <a:prstGeom xmlns:a="http://schemas.openxmlformats.org/drawingml/2006/main" prst="rect">
            <a:avLst/>
          </a:prstGeom>
        </p:spPr>
      </p:pic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32FB066F-528F-E7B6-60AF-224ACBF5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27" y="3121384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 algn="ctr"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Resolve missing or conflicting evidence</a:t>
            </a:r>
          </a:p>
        </p:txBody>
      </p:sp>
      <p:sp>
        <p:nvSpPr>
          <p:cNvPr id="61" name="Straight Connector 60">
            <a:extLst xmlns:a="http://schemas.openxmlformats.org/drawingml/2006/main">
              <a:ext uri="{FF2B5EF4-FFF2-40B4-BE49-F238E27FC236}">
                <a16:creationId xmlns:a16="http://schemas.microsoft.com/office/drawing/2014/main" id="{8831D6C4-D273-4701-8C7A-A86D3BCA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385" y="3425992"/>
            <a:ext cx="10683" cy="738627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721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2260C94A-4302-E3B1-CBC7-98DF458E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479" y="3767204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 algn="ctr"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Assemble audit evidence</a:t>
            </a:r>
          </a:p>
        </p:txBody>
      </p:sp>
      <p:sp>
        <p:nvSpPr>
          <p:cNvPr id="63" name="Oval 62">
            <a:extLst xmlns:a="http://schemas.openxmlformats.org/drawingml/2006/main">
              <a:ext uri="{FF2B5EF4-FFF2-40B4-BE49-F238E27FC236}">
                <a16:creationId xmlns:a16="http://schemas.microsoft.com/office/drawing/2014/main" id="{933B2AA4-8D9C-B321-9137-41DFBE79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687" y="3906127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FC49002B-8E4A-3C6B-62C7-817672F2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479" y="3115922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Write reviewer notes</a:t>
            </a:r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B6BB0AFC-59A4-C522-8E52-6ED60A82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687" y="3254845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78" name="Oval 77">
            <a:extLst xmlns:a="http://schemas.openxmlformats.org/drawingml/2006/main">
              <a:ext uri="{FF2B5EF4-FFF2-40B4-BE49-F238E27FC236}">
                <a16:creationId xmlns:a16="http://schemas.microsoft.com/office/drawing/2014/main" id="{16C8D731-ABED-3C81-6AE4-C730652B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796" y="3244331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F62CD51-CDAB-998E-A89E-38F2E6AE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927" y="3734257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prstClr val="black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 algn="ctr"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Determine pass or flag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3AA1F8CA-D186-1822-EA8D-0A37358E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514" y="3888028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EB4A506F-2A2B-0587-C2AC-2F78D5A7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28089" y="1937027"/>
            <a:ext cx="614465" cy="614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67" name="Graphic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a6c72017a4e0e">
            <a:extLst>
              <a:ext uri="{96DAC541-7B7A-43D3-8B79-37D633B846F1}">
                <asvg:svgBlip xmlns:asvg="http://schemas.microsoft.com/office/drawing/2016/SVG/main" r:embed="Re5087f6bdf2f474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8869867" y="2076405"/>
            <a:ext cx="330907" cy="330907"/>
          </a:xfrm>
          <a:prstGeom xmlns:a="http://schemas.openxmlformats.org/drawingml/2006/main" prst="rect">
            <a:avLst/>
          </a:prstGeom>
        </p:spPr>
      </p:pic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E7579D9C-FA37-2711-F042-BB6C0352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8335" y="1973426"/>
            <a:ext cx="614465" cy="614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69" name="Graphic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a6c72017a4e0e">
            <a:extLst>
              <a:ext uri="{96DAC541-7B7A-43D3-8B79-37D633B846F1}">
                <asvg:svgBlip xmlns:asvg="http://schemas.microsoft.com/office/drawing/2016/SVG/main" r:embed="Re5087f6bdf2f474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5700113" y="2112804"/>
            <a:ext cx="330907" cy="330907"/>
          </a:xfrm>
          <a:prstGeom xmlns:a="http://schemas.openxmlformats.org/drawingml/2006/main" prst="rect">
            <a:avLst/>
          </a:prstGeom>
        </p:spPr>
      </p:pic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A3A5E402-ED65-5E91-0541-4BC48717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59975" y="1945271"/>
            <a:ext cx="614465" cy="614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71" name="Graphic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a6c72017a4e0e">
            <a:extLst>
              <a:ext uri="{96DAC541-7B7A-43D3-8B79-37D633B846F1}">
                <asvg:svgBlip xmlns:asvg="http://schemas.microsoft.com/office/drawing/2016/SVG/main" r:embed="Re5087f6bdf2f474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4101753" y="2084649"/>
            <a:ext cx="330907" cy="330907"/>
          </a:xfrm>
          <a:prstGeom xmlns:a="http://schemas.openxmlformats.org/drawingml/2006/main" prst="rect">
            <a:avLst/>
          </a:prstGeom>
        </p:spPr>
      </p:pic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C06879A9-1A5A-BFD0-CE93-D79C7127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25502" y="1935512"/>
            <a:ext cx="614465" cy="614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73" name="Graphic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a6c72017a4e0e">
            <a:extLst>
              <a:ext uri="{96DAC541-7B7A-43D3-8B79-37D633B846F1}">
                <asvg:svgBlip xmlns:asvg="http://schemas.microsoft.com/office/drawing/2016/SVG/main" r:embed="Re5087f6bdf2f474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2567280" y="2074890"/>
            <a:ext cx="330907" cy="330907"/>
          </a:xfrm>
          <a:prstGeom xmlns:a="http://schemas.openxmlformats.org/drawingml/2006/main" prst="rect">
            <a:avLst/>
          </a:prstGeom>
        </p:spPr>
      </p:pic>
      <p:sp>
        <p:nvSpPr>
          <p:cNvPr id="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3C92D694-398C-AB37-1D9B-CD83F953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E2598689-54C9-18A7-3A19-ED76AA08988F}" type="slidenum">
              <a:rPr sz="1100"/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7243086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0ABA3CB7-2960-4B23-B45C-5BE64FB7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707" y="2963663"/>
            <a:ext cx="5091" cy="1018528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721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4AD99030-AD0C-4C42-8BC7-763E5CE7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385" y="2774710"/>
            <a:ext cx="10683" cy="738627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721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EAEA21D-4BFA-42EF-9E50-55AEF017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980" y="2971864"/>
            <a:ext cx="0" cy="1363147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721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6F7DBFF7-63AD-4286-A7C3-489F0EFE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740526" y="3004946"/>
            <a:ext cx="2222" cy="1898333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721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4" name="Straight Connector 73">
            <a:extLst xmlns:a="http://schemas.openxmlformats.org/drawingml/2006/main">
              <a:ext uri="{FF2B5EF4-FFF2-40B4-BE49-F238E27FC236}">
                <a16:creationId xmlns:a16="http://schemas.microsoft.com/office/drawing/2014/main" id="{0990FB40-C8AD-4FDE-9405-51666ABE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36461" y="2673827"/>
            <a:ext cx="9279077" cy="498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2121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DAF6E642-5995-2733-99E5-66D992D7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58" y="2358395"/>
            <a:ext cx="1146241" cy="64488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rgbClr val="12121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36000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prstClr val="black"/>
                </a:solidFill>
                <a:latin typeface="Arial"/>
                <a:ea typeface="Arial"/>
                <a:cs typeface="Arial"/>
              </a:rPr>
              <a:t>Document upload</a:t>
            </a:r>
          </a:p>
        </p:txBody>
      </p:sp>
      <p:sp>
        <p:nvSpPr>
          <p:cNvPr id="65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AC33FD16-ACDD-B63F-0F3B-AAA1B116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076" y="2357897"/>
            <a:ext cx="1146241" cy="64488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rgbClr val="12121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36000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900">
                <a:solidFill>
                  <a:prstClr val="black"/>
                </a:solidFill>
                <a:latin typeface="Arial"/>
                <a:ea typeface="Arial"/>
                <a:cs typeface="Arial"/>
              </a:rPr>
              <a:t>Results available</a:t>
            </a:r>
          </a:p>
        </p:txBody>
      </p:sp>
      <p:pic>
        <p:nvPicPr>
          <p:cNvPr id="121" name="Graphic 6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37d4ad2204221">
            <a:extLst>
              <a:ext uri="{96DAC541-7B7A-43D3-8B79-37D633B846F1}">
                <asvg:svgBlip xmlns:asvg="http://schemas.microsoft.com/office/drawing/2016/SVG/main" r:embed="Rabb9245c742141a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3459" y="2400570"/>
            <a:ext cx="362907" cy="362907"/>
          </a:xfrm>
          <a:prstGeom xmlns:a="http://schemas.openxmlformats.org/drawingml/2006/main" prst="rect">
            <a:avLst/>
          </a:prstGeom>
        </p:spPr>
      </p:pic>
      <p:pic>
        <p:nvPicPr>
          <p:cNvPr id="122" name="Graphic 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9eb23cfda4ec5">
            <a:extLst>
              <a:ext uri="{96DAC541-7B7A-43D3-8B79-37D633B846F1}">
                <asvg:svgBlip xmlns:asvg="http://schemas.microsoft.com/office/drawing/2016/SVG/main" r:embed="Rcc34c66b3f24492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538" y="2400570"/>
            <a:ext cx="360680" cy="360680"/>
          </a:xfrm>
          <a:prstGeom xmlns:a="http://schemas.openxmlformats.org/drawingml/2006/main" prst="rect">
            <a:avLst/>
          </a:prstGeom>
        </p:spPr>
      </p:pic>
      <p:sp>
        <p:nvSpPr>
          <p:cNvPr id="98" name="Rectangle 97">
            <a:extLst xmlns:a="http://schemas.openxmlformats.org/drawingml/2006/main">
              <a:ext uri="{FF2B5EF4-FFF2-40B4-BE49-F238E27FC236}">
                <a16:creationId xmlns:a16="http://schemas.microsoft.com/office/drawing/2014/main" id="{7057912B-ED9E-E107-5A7E-6D303DAF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479" y="2357399"/>
            <a:ext cx="1365812" cy="645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200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6400" tIns="19440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1" i="0" u="none" cap="none">
                <a:ln>
                  <a:noFill/>
                </a:ln>
                <a:solidFill>
                  <a:srgbClr val="F6F6F6"/>
                </a:solidFill>
                <a:latin typeface="Arial"/>
                <a:ea typeface="Arial"/>
                <a:cs typeface="Arial"/>
              </a:rPr>
              <a:t>Robot</a:t>
            </a:r>
          </a:p>
          <a:p xmlns:a="http://schemas.openxmlformats.org/drawingml/2006/main">
            <a:pPr>
              <a:buNone/>
            </a:pPr>
            <a:r>
              <a:rPr sz="900">
                <a:solidFill>
                  <a:srgbClr val="F6F6F6"/>
                </a:solidFill>
                <a:latin typeface="Arial"/>
                <a:ea typeface="Arial"/>
                <a:cs typeface="Arial"/>
              </a:rPr>
              <a:t>Publish results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99" name="Oval 98">
            <a:extLst xmlns:a="http://schemas.openxmlformats.org/drawingml/2006/main">
              <a:ext uri="{FF2B5EF4-FFF2-40B4-BE49-F238E27FC236}">
                <a16:creationId xmlns:a16="http://schemas.microsoft.com/office/drawing/2014/main" id="{C9CBEE95-17F7-657D-B2EA-E8FBBD50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370" y="1945441"/>
            <a:ext cx="614465" cy="614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4616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25" name="Graphic 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f047e623e49e7">
            <a:extLst>
              <a:ext uri="{96DAC541-7B7A-43D3-8B79-37D633B846F1}">
                <asvg:svgBlip xmlns:asvg="http://schemas.microsoft.com/office/drawing/2016/SVG/main" r:embed="Rc14d20e53f7149b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608" y="2035226"/>
            <a:ext cx="434894" cy="434894"/>
          </a:xfrm>
          <a:prstGeom xmlns:a="http://schemas.openxmlformats.org/drawingml/2006/main" prst="rect">
            <a:avLst/>
          </a:prstGeom>
        </p:spPr>
      </p:pic>
      <p:sp>
        <p:nvSpPr>
          <p:cNvPr id="102" name="Rectangle 101">
            <a:extLst xmlns:a="http://schemas.openxmlformats.org/drawingml/2006/main">
              <a:ext uri="{FF2B5EF4-FFF2-40B4-BE49-F238E27FC236}">
                <a16:creationId xmlns:a16="http://schemas.microsoft.com/office/drawing/2014/main" id="{0C230E6E-9431-9386-E777-682A58FD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891" y="3108867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Robot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Validate package inputs</a:t>
            </a:r>
          </a:p>
        </p:txBody>
      </p:sp>
      <p:sp>
        <p:nvSpPr>
          <p:cNvPr id="104" name="Rectangle 103">
            <a:extLst xmlns:a="http://schemas.openxmlformats.org/drawingml/2006/main">
              <a:ext uri="{FF2B5EF4-FFF2-40B4-BE49-F238E27FC236}">
                <a16:creationId xmlns:a16="http://schemas.microsoft.com/office/drawing/2014/main" id="{87714B5F-C08A-97E5-7F11-CBC00675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362" y="3111195"/>
            <a:ext cx="1365812" cy="89053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Robot</a:t>
            </a:r>
          </a:p>
          <a:p xmlns:a="http://schemas.openxmlformats.org/drawingml/2006/main">
            <a:pPr algn="ctr"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Extract DD2579, two SF1449s, SAAD, and D&amp;F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05" name="Rectangle 104">
            <a:extLst xmlns:a="http://schemas.openxmlformats.org/drawingml/2006/main">
              <a:ext uri="{FF2B5EF4-FFF2-40B4-BE49-F238E27FC236}">
                <a16:creationId xmlns:a16="http://schemas.microsoft.com/office/drawing/2014/main" id="{99BFEC64-B96B-729F-CF14-F26A790E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891" y="3735945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>
                <a:solidFill>
                  <a:prstClr val="black"/>
                </a:solidFill>
                <a:latin typeface="Arial"/>
                <a:ea typeface="Arial"/>
                <a:cs typeface="Arial"/>
              </a:rPr>
              <a:t>Robot</a:t>
            </a:r>
          </a:p>
          <a:p xmlns:a="http://schemas.openxmlformats.org/drawingml/2006/main">
            <a:pPr algn="ctr"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Stage source files</a:t>
            </a:r>
          </a:p>
        </p:txBody>
      </p:sp>
      <p:sp>
        <p:nvSpPr>
          <p:cNvPr id="106" name="Rectangle 105">
            <a:extLst xmlns:a="http://schemas.openxmlformats.org/drawingml/2006/main">
              <a:ext uri="{FF2B5EF4-FFF2-40B4-BE49-F238E27FC236}">
                <a16:creationId xmlns:a16="http://schemas.microsoft.com/office/drawing/2014/main" id="{2837BE2C-1BEC-EDE1-F420-D508EC15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128" y="4098637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Robot</a:t>
            </a:r>
          </a:p>
          <a:p xmlns:a="http://schemas.openxmlformats.org/drawingml/2006/main">
            <a:pPr algn="ctr"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Upsert records by filename</a:t>
            </a: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 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82FCAEA-903F-99AC-4686-9BCC6E9E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76" y="2357897"/>
            <a:ext cx="1365812" cy="645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5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6400" tIns="19440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 b="1" i="0" u="none" cap="none">
                <a:ln>
                  <a:noFill/>
                </a:ln>
                <a:solidFill>
                  <a:srgbClr val="F6F6F6"/>
                </a:solidFill>
                <a:latin typeface="Arial"/>
                <a:ea typeface="Arial"/>
                <a:cs typeface="Arial"/>
              </a:rPr>
              <a:t>Robot</a:t>
            </a:r>
          </a:p>
          <a:p xmlns:a="http://schemas.openxmlformats.org/drawingml/2006/main">
            <a:pPr>
              <a:buNone/>
            </a:pPr>
            <a:r>
              <a:rPr sz="900">
                <a:solidFill>
                  <a:srgbClr val="F6F6F6"/>
                </a:solidFill>
                <a:latin typeface="Arial"/>
                <a:ea typeface="Arial"/>
                <a:cs typeface="Arial"/>
              </a:rPr>
              <a:t>Document Understanding</a:t>
            </a:r>
            <a:r>
              <a:rPr sz="900">
                <a:solidFill>
                  <a:srgbClr val="F6F6F6"/>
                </a:solidFill>
                <a:latin typeface="Arial"/>
                <a:ea typeface="Arial"/>
                <a:cs typeface="Arial"/>
              </a:rPr>
              <a:t>  </a:t>
            </a: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DAC4241A-88E3-9965-2959-6DDC3F85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00" y="1945939"/>
            <a:ext cx="614465" cy="614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2B3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32" name="Graphic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aaac515134c55">
            <a:extLst>
              <a:ext uri="{96DAC541-7B7A-43D3-8B79-37D633B846F1}">
                <asvg:svgBlip xmlns:asvg="http://schemas.microsoft.com/office/drawing/2016/SVG/main" r:embed="R40467800b2114a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6514" y="2098102"/>
            <a:ext cx="351635" cy="310138"/>
          </a:xfrm>
          <a:prstGeom xmlns:a="http://schemas.openxmlformats.org/drawingml/2006/main" prst="rect">
            <a:avLst/>
          </a:prstGeom>
        </p:spPr>
      </p:pic>
      <p:sp>
        <p:nvSpPr>
          <p:cNvPr id="71" name="Rectangle 70">
            <a:extLst xmlns:a="http://schemas.openxmlformats.org/drawingml/2006/main">
              <a:ext uri="{FF2B5EF4-FFF2-40B4-BE49-F238E27FC236}">
                <a16:creationId xmlns:a16="http://schemas.microsoft.com/office/drawing/2014/main" id="{A90FD21E-F4A3-E723-6C1C-1773E1F4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10" y="1328756"/>
            <a:ext cx="7444781" cy="358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 i="0" u="none" cap="none">
                <a:ln>
                  <a:noFill/>
                </a:ln>
                <a:solidFill>
                  <a:srgbClr val="121212"/>
                </a:solidFill>
                <a:latin typeface="Arial"/>
                <a:ea typeface="Arial"/>
                <a:cs typeface="Arial"/>
              </a:rPr>
              <a:t>Maestro Orchestration</a:t>
            </a:r>
          </a:p>
        </p:txBody>
      </p:sp>
      <p:sp>
        <p:nvSpPr>
          <p:cNvPr id="73" name="Straight Connector 72">
            <a:extLst xmlns:a="http://schemas.openxmlformats.org/drawingml/2006/main">
              <a:ext uri="{FF2B5EF4-FFF2-40B4-BE49-F238E27FC236}">
                <a16:creationId xmlns:a16="http://schemas.microsoft.com/office/drawing/2014/main" id="{92159878-81FA-4088-A23C-A2AA4AB5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6000" y="1680387"/>
            <a:ext cx="0" cy="99698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2121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Oval 74">
            <a:extLst xmlns:a="http://schemas.openxmlformats.org/drawingml/2006/main">
              <a:ext uri="{FF2B5EF4-FFF2-40B4-BE49-F238E27FC236}">
                <a16:creationId xmlns:a16="http://schemas.microsoft.com/office/drawing/2014/main" id="{607A04EB-CB85-D0D1-739F-AC0374EE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5454" y="6397839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2B3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76" name="Rectangle 75">
            <a:extLst xmlns:a="http://schemas.openxmlformats.org/drawingml/2006/main">
              <a:ext uri="{FF2B5EF4-FFF2-40B4-BE49-F238E27FC236}">
                <a16:creationId xmlns:a16="http://schemas.microsoft.com/office/drawing/2014/main" id="{29B02621-DF59-F2C4-669F-33BD7B10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1194" y="6410904"/>
            <a:ext cx="296719" cy="159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81" name="Oval 80">
            <a:extLst xmlns:a="http://schemas.openxmlformats.org/drawingml/2006/main">
              <a:ext uri="{FF2B5EF4-FFF2-40B4-BE49-F238E27FC236}">
                <a16:creationId xmlns:a16="http://schemas.microsoft.com/office/drawing/2014/main" id="{34129DEC-9058-C5EB-B19C-AD9DBBB6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88" y="6397839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82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FB72C2E6-A498-9B76-316D-C36D902F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09828" y="6410904"/>
            <a:ext cx="334057" cy="159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88" name="Oval 87">
            <a:extLst xmlns:a="http://schemas.openxmlformats.org/drawingml/2006/main">
              <a:ext uri="{FF2B5EF4-FFF2-40B4-BE49-F238E27FC236}">
                <a16:creationId xmlns:a16="http://schemas.microsoft.com/office/drawing/2014/main" id="{36A9ECBE-90EF-5156-41F2-3327E25B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428" y="3475374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2B3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90" name="Oval 89">
            <a:extLst xmlns:a="http://schemas.openxmlformats.org/drawingml/2006/main">
              <a:ext uri="{FF2B5EF4-FFF2-40B4-BE49-F238E27FC236}">
                <a16:creationId xmlns:a16="http://schemas.microsoft.com/office/drawing/2014/main" id="{5F48B093-C1E8-2093-D433-57A7D2BC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175" y="4266903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2B3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09A47B8-ED5D-F8D4-8148-815CDD5C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01" y="357722"/>
            <a:ext cx="6610663" cy="6900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algn="l" defTabSz="457200">
              <a:lnSpc>
                <a:spcPct val="85000"/>
              </a:lnSpc>
              <a:spcBef>
                <a:spcPct val="0"/>
              </a:spcBef>
              <a:buNone/>
              <a:tabLst>
                <a:tab pos="2227263" algn="l"/>
              </a:tabLst>
              <a:defRPr sz="2800" b="1" i="0" kern="1200" spc="-5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rPr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 quality review</a:t>
            </a:r>
            <a:br/>
            <a:r>
              <a:rPr sz="1800" b="0">
                <a:latin typeface="Arial"/>
                <a:ea typeface="Arial"/>
                <a:cs typeface="Arial"/>
              </a:rPr>
              <a:t>UiPath agentic workflow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694E244-F21C-A7D2-50DE-76F3E302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842" y="2359562"/>
            <a:ext cx="1365812" cy="645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200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6400" tIns="19440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6F6F6"/>
                </a:solidFill>
                <a:latin typeface="Arial"/>
                <a:ea typeface="Arial"/>
                <a:cs typeface="Arial"/>
              </a:rPr>
              <a:t>Robot</a:t>
            </a:r>
          </a:p>
          <a:p xmlns:a="http://schemas.openxmlformats.org/drawingml/2006/main">
            <a:pPr>
              <a:buNone/>
            </a:pPr>
            <a:r>
              <a:rPr sz="900">
                <a:solidFill>
                  <a:srgbClr val="F6F6F6"/>
                </a:solidFill>
                <a:latin typeface="Arial"/>
                <a:ea typeface="Arial"/>
                <a:cs typeface="Arial"/>
              </a:rPr>
              <a:t>Document intake</a:t>
            </a:r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3EF754BE-54EC-C816-0EBF-F7AFB68B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1734" y="1947604"/>
            <a:ext cx="614465" cy="614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4616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44" name="Graphic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9796ba6a04805">
            <a:extLst>
              <a:ext uri="{96DAC541-7B7A-43D3-8B79-37D633B846F1}">
                <asvg:svgBlip xmlns:asvg="http://schemas.microsoft.com/office/drawing/2016/SVG/main" r:embed="R9c2e772ac12a4a1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20971" y="2037389"/>
            <a:ext cx="434894" cy="434894"/>
          </a:xfrm>
          <a:prstGeom xmlns:a="http://schemas.openxmlformats.org/drawingml/2006/main" prst="rect">
            <a:avLst/>
          </a:prstGeom>
        </p:spPr>
      </p:pic>
      <p:sp>
        <p:nvSpPr>
          <p:cNvPr id="29" name="Straight Connector 28">
            <a:extLst xmlns:a="http://schemas.openxmlformats.org/drawingml/2006/main">
              <a:ext uri="{FF2B5EF4-FFF2-40B4-BE49-F238E27FC236}">
                <a16:creationId xmlns:a16="http://schemas.microsoft.com/office/drawing/2014/main" id="{E2F040FA-B7A2-4CF2-AA60-5211046A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656" y="2963663"/>
            <a:ext cx="5091" cy="1018528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721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C2C27F6-C114-5CA2-3553-452D340F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038" y="3102994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Agent</a:t>
            </a:r>
          </a:p>
          <a:p xmlns:a="http://schemas.openxmlformats.org/drawingml/2006/main">
            <a:pPr algn="ctr"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Combine file-level JSON</a:t>
            </a: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  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C7851594-F57B-1A34-1E1D-EC00C683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876" y="3734257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Agent</a:t>
            </a:r>
          </a:p>
          <a:p xmlns:a="http://schemas.openxmlformats.org/drawingml/2006/main">
            <a:pPr algn="ctr"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Use Data Fabric as fallback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F5BC6FC7-B5B0-33C9-B11E-08202192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552" y="2349696"/>
            <a:ext cx="1365812" cy="645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5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6400" tIns="19440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1" i="0" u="none" cap="none">
                <a:ln>
                  <a:noFill/>
                </a:ln>
                <a:solidFill>
                  <a:srgbClr val="F6F6F6"/>
                </a:solidFill>
                <a:latin typeface="Arial"/>
                <a:ea typeface="Arial"/>
                <a:cs typeface="Arial"/>
              </a:rPr>
              <a:t>Agent</a:t>
            </a:r>
          </a:p>
          <a:p xmlns:a="http://schemas.openxmlformats.org/drawingml/2006/main">
            <a:pPr>
              <a:buNone/>
            </a:pPr>
            <a:r>
              <a:rPr sz="900">
                <a:solidFill>
                  <a:srgbClr val="F6F6F6"/>
                </a:solidFill>
                <a:latin typeface="Arial"/>
                <a:ea typeface="Arial"/>
                <a:cs typeface="Arial"/>
              </a:rPr>
              <a:t>Consolidate evidence</a:t>
            </a:r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AE775DFE-BBDD-9C66-5781-9D14E090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776" y="1937738"/>
            <a:ext cx="614465" cy="614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2B3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50" name="Graphic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aaac515134c55">
            <a:extLst>
              <a:ext uri="{96DAC541-7B7A-43D3-8B79-37D633B846F1}">
                <asvg:svgBlip xmlns:asvg="http://schemas.microsoft.com/office/drawing/2016/SVG/main" r:embed="R40467800b2114a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20190" y="2089901"/>
            <a:ext cx="351635" cy="310138"/>
          </a:xfrm>
          <a:prstGeom xmlns:a="http://schemas.openxmlformats.org/drawingml/2006/main" prst="rect">
            <a:avLst/>
          </a:prstGeom>
        </p:spPr>
      </p:pic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5D7E19B2-D4CC-FD39-8D17-3D82D79E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437" y="3256284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2B3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5B0E9A33-F7A9-3BE9-15F4-93D27CC8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957" y="6394878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4616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58C132D3-3A29-790C-A47B-3BEB340C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347" y="6417724"/>
            <a:ext cx="334057" cy="159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Robot</a:t>
            </a:r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C323D332-911F-829D-4C91-535760E8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489" y="3248333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4616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01070E3B-25ED-4B53-C077-93CB92C7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693" y="3885242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4616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2877A48-D8C0-FCEF-59B0-EE51A648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917" y="4393740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>
                <a:solidFill>
                  <a:prstClr val="black"/>
                </a:solidFill>
                <a:latin typeface="Arial"/>
                <a:ea typeface="Arial"/>
                <a:cs typeface="Arial"/>
              </a:rPr>
              <a:t>Robot</a:t>
            </a:r>
          </a:p>
          <a:p xmlns:a="http://schemas.openxmlformats.org/drawingml/2006/main">
            <a:pPr algn="ctr"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Start Maestro process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69AF16CB-DE13-C1AE-677E-DA9496F9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719" y="4543037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4616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E204826D-743F-EFFC-5356-7770A986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463" y="3888028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2B3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6ACEF116-C315-4E61-BC0D-C6E8E7D2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533" y="2929363"/>
            <a:ext cx="0" cy="452758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721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9B31AC0-45CB-6E42-E5D1-93136B8F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27" y="2362066"/>
            <a:ext cx="1365812" cy="645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6400" tIns="19440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1" i="0" u="none" cap="none">
                <a:ln>
                  <a:noFill/>
                </a:ln>
                <a:solidFill>
                  <a:srgbClr val="172125"/>
                </a:solidFill>
                <a:latin typeface="Arial"/>
                <a:ea typeface="Arial"/>
                <a:cs typeface="Arial"/>
              </a:rPr>
              <a:t>Agent</a:t>
            </a:r>
          </a:p>
          <a:p xmlns:a="http://schemas.openxmlformats.org/drawingml/2006/main">
            <a:pPr>
              <a:buNone/>
            </a:pPr>
            <a:r>
              <a:rPr sz="900">
                <a:solidFill>
                  <a:srgbClr val="172125"/>
                </a:solidFill>
                <a:latin typeface="Arial"/>
                <a:ea typeface="Arial"/>
                <a:cs typeface="Arial"/>
              </a:rPr>
              <a:t>Validate contract quality</a:t>
            </a:r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D2A94E2A-E05D-0D4B-0AF6-82905E96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25124" y="1947673"/>
            <a:ext cx="614465" cy="614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62" name="Graphic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7c18f313e48b1">
            <a:extLst>
              <a:ext uri="{96DAC541-7B7A-43D3-8B79-37D633B846F1}">
                <asvg:svgBlip xmlns:asvg="http://schemas.microsoft.com/office/drawing/2016/SVG/main" r:embed="R8834abfc1593485b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266902" y="2087051"/>
            <a:ext cx="330907" cy="330907"/>
          </a:xfrm>
          <a:prstGeom xmlns:a="http://schemas.openxmlformats.org/drawingml/2006/main" prst="rect">
            <a:avLst/>
          </a:prstGeom>
        </p:spPr>
      </p:pic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701505A0-1FDB-3A9D-B85C-02DC0671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627" y="3121384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Agent</a:t>
            </a:r>
          </a:p>
          <a:p xmlns:a="http://schemas.openxmlformats.org/drawingml/2006/main">
            <a:pPr algn="ctr"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Run five grounded checks</a:t>
            </a:r>
          </a:p>
        </p:txBody>
      </p:sp>
      <p:sp>
        <p:nvSpPr>
          <p:cNvPr id="61" name="Straight Connector 60">
            <a:extLst xmlns:a="http://schemas.openxmlformats.org/drawingml/2006/main">
              <a:ext uri="{FF2B5EF4-FFF2-40B4-BE49-F238E27FC236}">
                <a16:creationId xmlns:a16="http://schemas.microsoft.com/office/drawing/2014/main" id="{06001FC8-6402-403F-BB68-554421A3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385" y="3425992"/>
            <a:ext cx="10683" cy="738627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1721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F815A08D-F045-3390-C82B-DA42717A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479" y="3767204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Robot</a:t>
            </a:r>
          </a:p>
          <a:p xmlns:a="http://schemas.openxmlformats.org/drawingml/2006/main">
            <a:pPr algn="ctr"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Save to SharePoint and storage</a:t>
            </a:r>
          </a:p>
        </p:txBody>
      </p:sp>
      <p:sp>
        <p:nvSpPr>
          <p:cNvPr id="63" name="Oval 62">
            <a:extLst xmlns:a="http://schemas.openxmlformats.org/drawingml/2006/main">
              <a:ext uri="{FF2B5EF4-FFF2-40B4-BE49-F238E27FC236}">
                <a16:creationId xmlns:a16="http://schemas.microsoft.com/office/drawing/2014/main" id="{40763672-EFCD-2B3C-43FD-6D23B749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687" y="3906127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4616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12A2F73D-601A-614E-7B5B-89EF06E3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479" y="3115922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Robot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Create one-sheet Excel report</a:t>
            </a:r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F3027E81-056F-6581-AD81-68E5D81A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687" y="3254845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4616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78" name="Oval 77">
            <a:extLst xmlns:a="http://schemas.openxmlformats.org/drawingml/2006/main">
              <a:ext uri="{FF2B5EF4-FFF2-40B4-BE49-F238E27FC236}">
                <a16:creationId xmlns:a16="http://schemas.microsoft.com/office/drawing/2014/main" id="{78CE5E4B-C7B5-B642-8B2B-ADB2C4E1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796" y="3244331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6C6D1A8-0AC5-48D1-FD8F-1E4986A6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927" y="3734257"/>
            <a:ext cx="1365812" cy="514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000" tIns="0" rIns="1440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prstClr val="black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 algn="ctr">
              <a:buNone/>
            </a:pPr>
            <a:r>
              <a:rPr sz="800">
                <a:solidFill>
                  <a:prstClr val="black"/>
                </a:solidFill>
                <a:latin typeface="Arial"/>
                <a:ea typeface="Arial"/>
                <a:cs typeface="Arial"/>
              </a:rPr>
              <a:t>Review pass / flag findings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D483BCB3-E524-CEB2-2FBC-A05852D4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514" y="3888028"/>
            <a:ext cx="204877" cy="204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2B3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1440" tIns="91440" rIns="91440" bIns="9144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854AF45-BAB6-99EB-E4EA-2AFF546F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73164"/>
            <a:ext cx="457200" cy="31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202359C0-8A7A-196E-DD58-8E6569619F09}" type="slidenum">
              <a:rPr sz="1100"/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20498299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64BAEFC-CE50-3B21-AE4A-1382DA11B8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935027"/>
            <a:ext cx="4267199" cy="4457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 Review</a:t>
            </a:r>
          </a:p>
        </p:txBody>
      </p:sp>
      <p:sp>
        <p:nvSpPr>
          <p:cNvPr id="8" name="Title 2">
            <a:extLst xmlns:a="http://schemas.openxmlformats.org/drawingml/2006/main">
              <a:ext uri="{FF2B5EF4-FFF2-40B4-BE49-F238E27FC236}">
                <a16:creationId xmlns:a16="http://schemas.microsoft.com/office/drawing/2014/main" id="{1C875B77-4D38-0798-2BCC-5B566393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5521"/>
            <a:ext cx="4267199" cy="4457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000" b="1" i="0" kern="1200" spc="-150">
                <a:solidFill>
                  <a:srgbClr val="18212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>
                <a:solidFill>
                  <a:srgbClr val="FFFFFF"/>
                </a:solidFill>
                <a:latin typeface="Arial"/>
                <a:ea typeface="Arial"/>
                <a:cs typeface="Arial"/>
              </a:rPr>
              <a:t>DLA Contract</a:t>
            </a:r>
          </a:p>
        </p:txBody>
      </p:sp>
      <p:cxnSp>
        <p:nvCxnSpPr>
          <p:cNvPr id="47" name="Straight Arrow Connector 6"/>
          <p:cNvCxnSpPr/>
          <p:nvPr/>
        </p:nvCxnSpPr>
        <p:spPr>
          <a:xfrm xmlns:a="http://schemas.openxmlformats.org/drawingml/2006/main" flipV="1">
            <a:off x="381000" y="800100"/>
            <a:ext cx="1314450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8" name="TextBox 22">
            <a:extLst xmlns:a="http://schemas.openxmlformats.org/drawingml/2006/main">
              <a:ext uri="{FF2B5EF4-FFF2-40B4-BE49-F238E27FC236}">
                <a16:creationId xmlns:a16="http://schemas.microsoft.com/office/drawing/2014/main" id="{1D662216-371F-A6E3-6455-6F74B802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8255" y="2433062"/>
            <a:ext cx="263463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0" tIns="0" rIns="0" bIns="0" anchor="t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Single-package document intake</a:t>
            </a:r>
          </a:p>
          <a:p xmlns:a="http://schemas.openxmlformats.org/drawingml/2006/main"/>
        </p:txBody>
      </p:sp>
      <p:sp>
        <p:nvSpPr>
          <p:cNvPr id="29" name="TextBox 25">
            <a:extLst xmlns:a="http://schemas.openxmlformats.org/drawingml/2006/main">
              <a:ext uri="{FF2B5EF4-FFF2-40B4-BE49-F238E27FC236}">
                <a16:creationId xmlns:a16="http://schemas.microsoft.com/office/drawing/2014/main" id="{3C72821D-C330-FB4D-B207-CE0421E2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8255" y="4986226"/>
            <a:ext cx="2417647" cy="492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0" tIns="0" rIns="0" bIns="0" anchor="t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Explainable findings with Excel evidence</a:t>
            </a:r>
          </a:p>
        </p:txBody>
      </p:sp>
      <p:sp>
        <p:nvSpPr>
          <p:cNvPr id="30" name="TextBox 26">
            <a:extLst xmlns:a="http://schemas.openxmlformats.org/drawingml/2006/main">
              <a:ext uri="{FF2B5EF4-FFF2-40B4-BE49-F238E27FC236}">
                <a16:creationId xmlns:a16="http://schemas.microsoft.com/office/drawing/2014/main" id="{E7107831-B915-1EE3-B600-4AF7E669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8255" y="3202132"/>
            <a:ext cx="2634636" cy="492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0" tIns="0" rIns="0" bIns="0" anchor="t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Five repeatable, grounded quality checks</a:t>
            </a:r>
          </a:p>
        </p:txBody>
      </p:sp>
      <p:sp>
        <p:nvSpPr>
          <p:cNvPr id="31" name="TextBox 27">
            <a:extLst xmlns:a="http://schemas.openxmlformats.org/drawingml/2006/main">
              <a:ext uri="{FF2B5EF4-FFF2-40B4-BE49-F238E27FC236}">
                <a16:creationId xmlns:a16="http://schemas.microsoft.com/office/drawing/2014/main" id="{E41EDDF9-EFA1-C7DC-152C-110405EE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7281" y="4213634"/>
            <a:ext cx="2634636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0" tIns="0" rIns="0" bIns="0" anchor="t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Maestro status and run history</a:t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9DFF99E8-C16A-3561-0217-A960AB70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87" y="2310085"/>
            <a:ext cx="492443" cy="49244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5400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EFA26D63-C403-4DA4-3777-D0200673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86" y="3202132"/>
            <a:ext cx="492443" cy="49244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5400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32EBC531-52DB-3FAC-8386-614B418F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86" y="4094179"/>
            <a:ext cx="492443" cy="49244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5400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DFD3E33-E038-4C37-21D6-C2B1F488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86" y="4986226"/>
            <a:ext cx="492443" cy="49244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5400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pic>
        <p:nvPicPr>
          <p:cNvPr id="56" name="Graphic 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f5a6b2ad70472e">
            <a:extLst>
              <a:ext uri="{96DAC541-7B7A-43D3-8B79-37D633B846F1}">
                <asvg:svgBlip xmlns:asvg="http://schemas.microsoft.com/office/drawing/2016/SVG/main" r:embed="Re5ead723cdae4340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020" y="2343834"/>
            <a:ext cx="405974" cy="405974"/>
          </a:xfrm>
          <a:prstGeom xmlns:a="http://schemas.openxmlformats.org/drawingml/2006/main" prst="rect">
            <a:avLst/>
          </a:prstGeom>
        </p:spPr>
      </p:pic>
      <p:pic>
        <p:nvPicPr>
          <p:cNvPr id="57" name="Graphic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2cf361f353408a">
            <a:extLst>
              <a:ext uri="{96DAC541-7B7A-43D3-8B79-37D633B846F1}">
                <asvg:svgBlip xmlns:asvg="http://schemas.microsoft.com/office/drawing/2016/SVG/main" r:embed="R6299a11f0e4a4dde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130" y="3297477"/>
            <a:ext cx="301753" cy="301753"/>
          </a:xfrm>
          <a:prstGeom xmlns:a="http://schemas.openxmlformats.org/drawingml/2006/main" prst="rect">
            <a:avLst/>
          </a:prstGeom>
        </p:spPr>
      </p:pic>
      <p:pic>
        <p:nvPicPr>
          <p:cNvPr id="58" name="Graphic 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3ccaa5ad46149ad">
            <a:extLst>
              <a:ext uri="{96DAC541-7B7A-43D3-8B79-37D633B846F1}">
                <asvg:svgBlip xmlns:asvg="http://schemas.microsoft.com/office/drawing/2016/SVG/main" r:embed="R2469f99a1a8342bc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130" y="5081570"/>
            <a:ext cx="301753" cy="301753"/>
          </a:xfrm>
          <a:prstGeom xmlns:a="http://schemas.openxmlformats.org/drawingml/2006/main" prst="rect">
            <a:avLst/>
          </a:prstGeom>
        </p:spPr>
      </p:pic>
      <p:pic>
        <p:nvPicPr>
          <p:cNvPr id="59" name="Graphic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e8d73d998c41ad">
            <a:extLst>
              <a:ext uri="{96DAC541-7B7A-43D3-8B79-37D633B846F1}">
                <asvg:svgBlip xmlns:asvg="http://schemas.microsoft.com/office/drawing/2016/SVG/main" r:embed="Rde9e84c06b204434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156" y="4160105"/>
            <a:ext cx="353865" cy="353865"/>
          </a:xfrm>
          <a:prstGeom xmlns:a="http://schemas.openxmlformats.org/drawingml/2006/main" prst="rect">
            <a:avLst/>
          </a:prstGeom>
        </p:spPr>
      </p:pic>
      <p:pic>
        <p:nvPicPr>
          <p:cNvPr id="60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f54b7426d4e29"/>
          <a:stretch xmlns:a="http://schemas.openxmlformats.org/drawingml/2006/main"/>
        </p:blipFill>
        <p:spPr>
          <a:xfrm xmlns:a="http://schemas.openxmlformats.org/drawingml/2006/main">
            <a:off x="5802947" y="1163023"/>
            <a:ext cx="5630025" cy="4184478"/>
          </a:xfrm>
          <a:prstGeom xmlns:a="http://schemas.openxmlformats.org/drawingml/2006/main" prst="rect">
            <a:avLst/>
          </a:prstGeom>
        </p:spPr>
      </p:pic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4B265A86-F7DF-A2E3-DF8B-9054144E868A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403927533"/>
      </p:ext>
    </p:extLst>
  </p:cSld>
</p:sld>
</file>

<file path=ppt/theme/theme1.xml><?xml version="1.0" encoding="utf-8"?>
<a:theme xmlns:a="http://schemas.openxmlformats.org/drawingml/2006/main" name="UiPath Slide Masters">
  <a:themeElements>
    <a:clrScheme name="UiPath 2025">
      <a:dk1>
        <a:srgbClr val="000000"/>
      </a:dk1>
      <a:lt1>
        <a:srgbClr val="FFFFFF"/>
      </a:lt1>
      <a:dk2>
        <a:srgbClr val="182126"/>
      </a:dk2>
      <a:lt2>
        <a:srgbClr val="D9D9D9"/>
      </a:lt2>
      <a:accent1>
        <a:srgbClr val="FA4616"/>
      </a:accent1>
      <a:accent2>
        <a:srgbClr val="1E6482"/>
      </a:accent2>
      <a:accent3>
        <a:srgbClr val="0BA2B3"/>
      </a:accent3>
      <a:accent4>
        <a:srgbClr val="DA9100"/>
      </a:accent4>
      <a:accent5>
        <a:srgbClr val="CC1956"/>
      </a:accent5>
      <a:accent6>
        <a:srgbClr val="8B288A"/>
      </a:accent6>
      <a:hlink>
        <a:srgbClr val="0F9ED5"/>
      </a:hlink>
      <a:folHlink>
        <a:srgbClr val="0BA2B3"/>
      </a:folHlink>
    </a:clrScheme>
    <a:fontScheme name="Custom 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iPath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2026-08-03T15:42:36.1300000Z</dcterms:created>
  <dcterms:modified xsi:type="dcterms:W3CDTF">2026-08-03T15:42:36.1310000Z</dcterms:modified>
</coreProperties>
</file>